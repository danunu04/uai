
<file path=[Content_Types].xml><?xml version="1.0" encoding="utf-8"?>
<Types xmlns="http://schemas.openxmlformats.org/package/2006/content-types">
  <Default Extension="emf" ContentType="image/x-emf"/>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E1E1E"/>
    <a:srgbClr val="1F1F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100" d="100"/>
          <a:sy n="100" d="100"/>
        </p:scale>
        <p:origin x="264"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7FBEB9F-484B-43D1-9ABA-465565501820}" type="doc">
      <dgm:prSet loTypeId="urn:microsoft.com/office/officeart/2005/8/layout/orgChart1" loCatId="hierarchy" qsTypeId="urn:microsoft.com/office/officeart/2005/8/quickstyle/3d1" qsCatId="3D" csTypeId="urn:microsoft.com/office/officeart/2005/8/colors/colorful4" csCatId="colorful"/>
      <dgm:spPr/>
      <dgm:t>
        <a:bodyPr/>
        <a:lstStyle/>
        <a:p>
          <a:endParaRPr lang="es-ES"/>
        </a:p>
      </dgm:t>
    </dgm:pt>
    <dgm:pt modelId="{4E92C30D-B0BC-4C7D-AE69-94BE80D3B249}">
      <dgm:prSet/>
      <dgm:spPr/>
      <dgm:t>
        <a:bodyPr/>
        <a:lstStyle/>
        <a:p>
          <a:r>
            <a:rPr lang="es-AR"/>
            <a:t>PATRONES</a:t>
          </a:r>
          <a:endParaRPr lang="es-ES"/>
        </a:p>
      </dgm:t>
    </dgm:pt>
    <dgm:pt modelId="{D309C538-ACB9-48C0-9214-4C5DDF54A217}" type="parTrans" cxnId="{A835D189-EFEE-417E-96A9-2A1296854DDD}">
      <dgm:prSet/>
      <dgm:spPr/>
      <dgm:t>
        <a:bodyPr/>
        <a:lstStyle/>
        <a:p>
          <a:endParaRPr lang="es-ES"/>
        </a:p>
      </dgm:t>
    </dgm:pt>
    <dgm:pt modelId="{596272FF-2D88-44C3-AD48-11C3687CA4E8}" type="sibTrans" cxnId="{A835D189-EFEE-417E-96A9-2A1296854DDD}">
      <dgm:prSet/>
      <dgm:spPr/>
      <dgm:t>
        <a:bodyPr/>
        <a:lstStyle/>
        <a:p>
          <a:endParaRPr lang="es-ES"/>
        </a:p>
      </dgm:t>
    </dgm:pt>
    <dgm:pt modelId="{A03D595C-77CC-4308-85CF-3005A2B4ACEB}">
      <dgm:prSet/>
      <dgm:spPr/>
      <dgm:t>
        <a:bodyPr/>
        <a:lstStyle/>
        <a:p>
          <a:r>
            <a:rPr lang="es-AR"/>
            <a:t>CREACIONALES</a:t>
          </a:r>
          <a:endParaRPr lang="es-ES"/>
        </a:p>
      </dgm:t>
    </dgm:pt>
    <dgm:pt modelId="{2FDC9F60-3F69-4363-9BB8-2F9CE0FE1048}" type="parTrans" cxnId="{92F3D4E1-3189-4495-864C-D00990CEF728}">
      <dgm:prSet/>
      <dgm:spPr/>
      <dgm:t>
        <a:bodyPr/>
        <a:lstStyle/>
        <a:p>
          <a:endParaRPr lang="es-ES"/>
        </a:p>
      </dgm:t>
    </dgm:pt>
    <dgm:pt modelId="{3BD2B4F4-D070-48FA-8B90-B2AC16172D73}" type="sibTrans" cxnId="{92F3D4E1-3189-4495-864C-D00990CEF728}">
      <dgm:prSet/>
      <dgm:spPr/>
      <dgm:t>
        <a:bodyPr/>
        <a:lstStyle/>
        <a:p>
          <a:endParaRPr lang="es-ES"/>
        </a:p>
      </dgm:t>
    </dgm:pt>
    <dgm:pt modelId="{1B272294-5896-4A07-B7A5-AAEADDA36C5E}">
      <dgm:prSet/>
      <dgm:spPr/>
      <dgm:t>
        <a:bodyPr/>
        <a:lstStyle/>
        <a:p>
          <a:r>
            <a:rPr lang="es-AR"/>
            <a:t>DE COMPORTAMIENTO</a:t>
          </a:r>
          <a:endParaRPr lang="es-ES"/>
        </a:p>
      </dgm:t>
    </dgm:pt>
    <dgm:pt modelId="{308FB851-D3E9-4BBA-A25F-3117FC648B00}" type="parTrans" cxnId="{27AEDF22-D533-44EA-911A-39079E774E48}">
      <dgm:prSet/>
      <dgm:spPr/>
      <dgm:t>
        <a:bodyPr/>
        <a:lstStyle/>
        <a:p>
          <a:endParaRPr lang="es-ES"/>
        </a:p>
      </dgm:t>
    </dgm:pt>
    <dgm:pt modelId="{01A1227A-EE3D-4688-8597-9D3EFFC526B2}" type="sibTrans" cxnId="{27AEDF22-D533-44EA-911A-39079E774E48}">
      <dgm:prSet/>
      <dgm:spPr/>
      <dgm:t>
        <a:bodyPr/>
        <a:lstStyle/>
        <a:p>
          <a:endParaRPr lang="es-ES"/>
        </a:p>
      </dgm:t>
    </dgm:pt>
    <dgm:pt modelId="{EBD4CF35-26E1-4DAC-82EE-DB7F0EA57BAA}">
      <dgm:prSet/>
      <dgm:spPr/>
      <dgm:t>
        <a:bodyPr/>
        <a:lstStyle/>
        <a:p>
          <a:r>
            <a:rPr lang="es-AR"/>
            <a:t>ESTRUCTURALES</a:t>
          </a:r>
          <a:endParaRPr lang="es-ES"/>
        </a:p>
      </dgm:t>
    </dgm:pt>
    <dgm:pt modelId="{8F8D5563-8A1C-424F-BA2E-A8A16F81DF69}" type="parTrans" cxnId="{1D250C70-95B1-4971-A572-50EA815C9A31}">
      <dgm:prSet/>
      <dgm:spPr/>
      <dgm:t>
        <a:bodyPr/>
        <a:lstStyle/>
        <a:p>
          <a:endParaRPr lang="es-ES"/>
        </a:p>
      </dgm:t>
    </dgm:pt>
    <dgm:pt modelId="{984F568A-6EE4-47DF-BFCF-A759C49AC040}" type="sibTrans" cxnId="{1D250C70-95B1-4971-A572-50EA815C9A31}">
      <dgm:prSet/>
      <dgm:spPr/>
      <dgm:t>
        <a:bodyPr/>
        <a:lstStyle/>
        <a:p>
          <a:endParaRPr lang="es-ES"/>
        </a:p>
      </dgm:t>
    </dgm:pt>
    <dgm:pt modelId="{24C86140-1769-4FE6-AE0D-C7F7DAB356F5}" type="pres">
      <dgm:prSet presAssocID="{C7FBEB9F-484B-43D1-9ABA-465565501820}" presName="hierChild1" presStyleCnt="0">
        <dgm:presLayoutVars>
          <dgm:orgChart val="1"/>
          <dgm:chPref val="1"/>
          <dgm:dir/>
          <dgm:animOne val="branch"/>
          <dgm:animLvl val="lvl"/>
          <dgm:resizeHandles/>
        </dgm:presLayoutVars>
      </dgm:prSet>
      <dgm:spPr/>
    </dgm:pt>
    <dgm:pt modelId="{6D80CF00-B09E-4696-B2E3-DC0BC64D1D71}" type="pres">
      <dgm:prSet presAssocID="{4E92C30D-B0BC-4C7D-AE69-94BE80D3B249}" presName="hierRoot1" presStyleCnt="0">
        <dgm:presLayoutVars>
          <dgm:hierBranch val="init"/>
        </dgm:presLayoutVars>
      </dgm:prSet>
      <dgm:spPr/>
    </dgm:pt>
    <dgm:pt modelId="{B4B7E507-5D13-4BEE-961B-EDC508216D89}" type="pres">
      <dgm:prSet presAssocID="{4E92C30D-B0BC-4C7D-AE69-94BE80D3B249}" presName="rootComposite1" presStyleCnt="0"/>
      <dgm:spPr/>
    </dgm:pt>
    <dgm:pt modelId="{BE25B507-0F21-4EAA-9872-F4A87368C6A5}" type="pres">
      <dgm:prSet presAssocID="{4E92C30D-B0BC-4C7D-AE69-94BE80D3B249}" presName="rootText1" presStyleLbl="node0" presStyleIdx="0" presStyleCnt="1">
        <dgm:presLayoutVars>
          <dgm:chPref val="3"/>
        </dgm:presLayoutVars>
      </dgm:prSet>
      <dgm:spPr/>
    </dgm:pt>
    <dgm:pt modelId="{518ADAA3-3B92-4F7C-92E7-ACCBC7065848}" type="pres">
      <dgm:prSet presAssocID="{4E92C30D-B0BC-4C7D-AE69-94BE80D3B249}" presName="rootConnector1" presStyleLbl="node1" presStyleIdx="0" presStyleCnt="0"/>
      <dgm:spPr/>
    </dgm:pt>
    <dgm:pt modelId="{AF7EC5C0-88C5-4D6A-B4E5-704D61AFF5D9}" type="pres">
      <dgm:prSet presAssocID="{4E92C30D-B0BC-4C7D-AE69-94BE80D3B249}" presName="hierChild2" presStyleCnt="0"/>
      <dgm:spPr/>
    </dgm:pt>
    <dgm:pt modelId="{4FB968FB-4054-4201-AA4D-CF3FEB2D12E8}" type="pres">
      <dgm:prSet presAssocID="{2FDC9F60-3F69-4363-9BB8-2F9CE0FE1048}" presName="Name37" presStyleLbl="parChTrans1D2" presStyleIdx="0" presStyleCnt="3"/>
      <dgm:spPr/>
    </dgm:pt>
    <dgm:pt modelId="{E724DC48-A089-42DF-8EEB-F8839CC3F6A1}" type="pres">
      <dgm:prSet presAssocID="{A03D595C-77CC-4308-85CF-3005A2B4ACEB}" presName="hierRoot2" presStyleCnt="0">
        <dgm:presLayoutVars>
          <dgm:hierBranch val="init"/>
        </dgm:presLayoutVars>
      </dgm:prSet>
      <dgm:spPr/>
    </dgm:pt>
    <dgm:pt modelId="{F68B3FBA-510A-40AE-8A07-BADF8B605064}" type="pres">
      <dgm:prSet presAssocID="{A03D595C-77CC-4308-85CF-3005A2B4ACEB}" presName="rootComposite" presStyleCnt="0"/>
      <dgm:spPr/>
    </dgm:pt>
    <dgm:pt modelId="{219CC6E0-378A-49F5-93A8-2FDEB576438F}" type="pres">
      <dgm:prSet presAssocID="{A03D595C-77CC-4308-85CF-3005A2B4ACEB}" presName="rootText" presStyleLbl="node2" presStyleIdx="0" presStyleCnt="3">
        <dgm:presLayoutVars>
          <dgm:chPref val="3"/>
        </dgm:presLayoutVars>
      </dgm:prSet>
      <dgm:spPr/>
    </dgm:pt>
    <dgm:pt modelId="{AE1F03B5-4462-4D5E-846C-ADBF967D7FD2}" type="pres">
      <dgm:prSet presAssocID="{A03D595C-77CC-4308-85CF-3005A2B4ACEB}" presName="rootConnector" presStyleLbl="node2" presStyleIdx="0" presStyleCnt="3"/>
      <dgm:spPr/>
    </dgm:pt>
    <dgm:pt modelId="{7F0D9DC7-233F-414B-8494-7817E27B05D9}" type="pres">
      <dgm:prSet presAssocID="{A03D595C-77CC-4308-85CF-3005A2B4ACEB}" presName="hierChild4" presStyleCnt="0"/>
      <dgm:spPr/>
    </dgm:pt>
    <dgm:pt modelId="{055F3F3E-28C3-4B69-8767-3145A7346436}" type="pres">
      <dgm:prSet presAssocID="{A03D595C-77CC-4308-85CF-3005A2B4ACEB}" presName="hierChild5" presStyleCnt="0"/>
      <dgm:spPr/>
    </dgm:pt>
    <dgm:pt modelId="{6C28ED1F-611E-4040-872B-94A4F80A1814}" type="pres">
      <dgm:prSet presAssocID="{308FB851-D3E9-4BBA-A25F-3117FC648B00}" presName="Name37" presStyleLbl="parChTrans1D2" presStyleIdx="1" presStyleCnt="3"/>
      <dgm:spPr/>
    </dgm:pt>
    <dgm:pt modelId="{575C5EFD-E956-458F-937C-6899B5FE92F0}" type="pres">
      <dgm:prSet presAssocID="{1B272294-5896-4A07-B7A5-AAEADDA36C5E}" presName="hierRoot2" presStyleCnt="0">
        <dgm:presLayoutVars>
          <dgm:hierBranch val="init"/>
        </dgm:presLayoutVars>
      </dgm:prSet>
      <dgm:spPr/>
    </dgm:pt>
    <dgm:pt modelId="{73170264-8663-4C52-B0B9-175E3E08AE59}" type="pres">
      <dgm:prSet presAssocID="{1B272294-5896-4A07-B7A5-AAEADDA36C5E}" presName="rootComposite" presStyleCnt="0"/>
      <dgm:spPr/>
    </dgm:pt>
    <dgm:pt modelId="{55E41A5F-91BD-41F5-9A44-50A3EF5BD0DA}" type="pres">
      <dgm:prSet presAssocID="{1B272294-5896-4A07-B7A5-AAEADDA36C5E}" presName="rootText" presStyleLbl="node2" presStyleIdx="1" presStyleCnt="3">
        <dgm:presLayoutVars>
          <dgm:chPref val="3"/>
        </dgm:presLayoutVars>
      </dgm:prSet>
      <dgm:spPr/>
    </dgm:pt>
    <dgm:pt modelId="{BE6CFE9C-13DA-43B7-919F-5B3ADC814401}" type="pres">
      <dgm:prSet presAssocID="{1B272294-5896-4A07-B7A5-AAEADDA36C5E}" presName="rootConnector" presStyleLbl="node2" presStyleIdx="1" presStyleCnt="3"/>
      <dgm:spPr/>
    </dgm:pt>
    <dgm:pt modelId="{6939F518-D582-4F41-8D2C-1E39962BD305}" type="pres">
      <dgm:prSet presAssocID="{1B272294-5896-4A07-B7A5-AAEADDA36C5E}" presName="hierChild4" presStyleCnt="0"/>
      <dgm:spPr/>
    </dgm:pt>
    <dgm:pt modelId="{58A601B1-0A26-434F-AF4F-3C5C2CD751A3}" type="pres">
      <dgm:prSet presAssocID="{1B272294-5896-4A07-B7A5-AAEADDA36C5E}" presName="hierChild5" presStyleCnt="0"/>
      <dgm:spPr/>
    </dgm:pt>
    <dgm:pt modelId="{EE84CE8C-C787-4AC7-9DC0-A852C8886114}" type="pres">
      <dgm:prSet presAssocID="{8F8D5563-8A1C-424F-BA2E-A8A16F81DF69}" presName="Name37" presStyleLbl="parChTrans1D2" presStyleIdx="2" presStyleCnt="3"/>
      <dgm:spPr/>
    </dgm:pt>
    <dgm:pt modelId="{6A81E89F-BC68-44F5-B597-D50F99CA8569}" type="pres">
      <dgm:prSet presAssocID="{EBD4CF35-26E1-4DAC-82EE-DB7F0EA57BAA}" presName="hierRoot2" presStyleCnt="0">
        <dgm:presLayoutVars>
          <dgm:hierBranch val="init"/>
        </dgm:presLayoutVars>
      </dgm:prSet>
      <dgm:spPr/>
    </dgm:pt>
    <dgm:pt modelId="{B21F0BC6-1224-404E-A1B9-7CABF5D32344}" type="pres">
      <dgm:prSet presAssocID="{EBD4CF35-26E1-4DAC-82EE-DB7F0EA57BAA}" presName="rootComposite" presStyleCnt="0"/>
      <dgm:spPr/>
    </dgm:pt>
    <dgm:pt modelId="{25E140F9-A589-404F-B9DB-31CA5BA851FF}" type="pres">
      <dgm:prSet presAssocID="{EBD4CF35-26E1-4DAC-82EE-DB7F0EA57BAA}" presName="rootText" presStyleLbl="node2" presStyleIdx="2" presStyleCnt="3">
        <dgm:presLayoutVars>
          <dgm:chPref val="3"/>
        </dgm:presLayoutVars>
      </dgm:prSet>
      <dgm:spPr/>
    </dgm:pt>
    <dgm:pt modelId="{4E2EAB83-2345-4602-B61E-54B096550080}" type="pres">
      <dgm:prSet presAssocID="{EBD4CF35-26E1-4DAC-82EE-DB7F0EA57BAA}" presName="rootConnector" presStyleLbl="node2" presStyleIdx="2" presStyleCnt="3"/>
      <dgm:spPr/>
    </dgm:pt>
    <dgm:pt modelId="{1DB2E2DA-52FF-4EDC-85B1-1944F59C4442}" type="pres">
      <dgm:prSet presAssocID="{EBD4CF35-26E1-4DAC-82EE-DB7F0EA57BAA}" presName="hierChild4" presStyleCnt="0"/>
      <dgm:spPr/>
    </dgm:pt>
    <dgm:pt modelId="{E31ED57F-B3AD-4996-AC0F-4CF3B352F5EE}" type="pres">
      <dgm:prSet presAssocID="{EBD4CF35-26E1-4DAC-82EE-DB7F0EA57BAA}" presName="hierChild5" presStyleCnt="0"/>
      <dgm:spPr/>
    </dgm:pt>
    <dgm:pt modelId="{271A5671-0996-45CD-8D42-1BB0DD504E3B}" type="pres">
      <dgm:prSet presAssocID="{4E92C30D-B0BC-4C7D-AE69-94BE80D3B249}" presName="hierChild3" presStyleCnt="0"/>
      <dgm:spPr/>
    </dgm:pt>
  </dgm:ptLst>
  <dgm:cxnLst>
    <dgm:cxn modelId="{06030617-4ECC-47D0-8C91-34F2C7B48C1F}" type="presOf" srcId="{A03D595C-77CC-4308-85CF-3005A2B4ACEB}" destId="{219CC6E0-378A-49F5-93A8-2FDEB576438F}" srcOrd="0" destOrd="0" presId="urn:microsoft.com/office/officeart/2005/8/layout/orgChart1"/>
    <dgm:cxn modelId="{27AEDF22-D533-44EA-911A-39079E774E48}" srcId="{4E92C30D-B0BC-4C7D-AE69-94BE80D3B249}" destId="{1B272294-5896-4A07-B7A5-AAEADDA36C5E}" srcOrd="1" destOrd="0" parTransId="{308FB851-D3E9-4BBA-A25F-3117FC648B00}" sibTransId="{01A1227A-EE3D-4688-8597-9D3EFFC526B2}"/>
    <dgm:cxn modelId="{2A6E1239-5348-4119-8513-E2562175F309}" type="presOf" srcId="{EBD4CF35-26E1-4DAC-82EE-DB7F0EA57BAA}" destId="{4E2EAB83-2345-4602-B61E-54B096550080}" srcOrd="1" destOrd="0" presId="urn:microsoft.com/office/officeart/2005/8/layout/orgChart1"/>
    <dgm:cxn modelId="{8F552145-A973-4EE0-A90B-6B2FE5C0597E}" type="presOf" srcId="{2FDC9F60-3F69-4363-9BB8-2F9CE0FE1048}" destId="{4FB968FB-4054-4201-AA4D-CF3FEB2D12E8}" srcOrd="0" destOrd="0" presId="urn:microsoft.com/office/officeart/2005/8/layout/orgChart1"/>
    <dgm:cxn modelId="{76B8EE6A-95EA-4108-89DD-C0D0021EEA4C}" type="presOf" srcId="{308FB851-D3E9-4BBA-A25F-3117FC648B00}" destId="{6C28ED1F-611E-4040-872B-94A4F80A1814}" srcOrd="0" destOrd="0" presId="urn:microsoft.com/office/officeart/2005/8/layout/orgChart1"/>
    <dgm:cxn modelId="{B5332C4D-159F-4787-B305-00167B79C07D}" type="presOf" srcId="{EBD4CF35-26E1-4DAC-82EE-DB7F0EA57BAA}" destId="{25E140F9-A589-404F-B9DB-31CA5BA851FF}" srcOrd="0" destOrd="0" presId="urn:microsoft.com/office/officeart/2005/8/layout/orgChart1"/>
    <dgm:cxn modelId="{46D5B66E-A571-4904-A35A-896CFA75D460}" type="presOf" srcId="{A03D595C-77CC-4308-85CF-3005A2B4ACEB}" destId="{AE1F03B5-4462-4D5E-846C-ADBF967D7FD2}" srcOrd="1" destOrd="0" presId="urn:microsoft.com/office/officeart/2005/8/layout/orgChart1"/>
    <dgm:cxn modelId="{1D250C70-95B1-4971-A572-50EA815C9A31}" srcId="{4E92C30D-B0BC-4C7D-AE69-94BE80D3B249}" destId="{EBD4CF35-26E1-4DAC-82EE-DB7F0EA57BAA}" srcOrd="2" destOrd="0" parTransId="{8F8D5563-8A1C-424F-BA2E-A8A16F81DF69}" sibTransId="{984F568A-6EE4-47DF-BFCF-A759C49AC040}"/>
    <dgm:cxn modelId="{AD0A1D59-844C-42D4-92E6-D86A13638896}" type="presOf" srcId="{4E92C30D-B0BC-4C7D-AE69-94BE80D3B249}" destId="{518ADAA3-3B92-4F7C-92E7-ACCBC7065848}" srcOrd="1" destOrd="0" presId="urn:microsoft.com/office/officeart/2005/8/layout/orgChart1"/>
    <dgm:cxn modelId="{A835D189-EFEE-417E-96A9-2A1296854DDD}" srcId="{C7FBEB9F-484B-43D1-9ABA-465565501820}" destId="{4E92C30D-B0BC-4C7D-AE69-94BE80D3B249}" srcOrd="0" destOrd="0" parTransId="{D309C538-ACB9-48C0-9214-4C5DDF54A217}" sibTransId="{596272FF-2D88-44C3-AD48-11C3687CA4E8}"/>
    <dgm:cxn modelId="{845693C6-4E1F-45B1-9BEC-5D5B81C5B1F0}" type="presOf" srcId="{4E92C30D-B0BC-4C7D-AE69-94BE80D3B249}" destId="{BE25B507-0F21-4EAA-9872-F4A87368C6A5}" srcOrd="0" destOrd="0" presId="urn:microsoft.com/office/officeart/2005/8/layout/orgChart1"/>
    <dgm:cxn modelId="{2D8285C7-F02B-49FA-B1B7-AFADCBBD3724}" type="presOf" srcId="{C7FBEB9F-484B-43D1-9ABA-465565501820}" destId="{24C86140-1769-4FE6-AE0D-C7F7DAB356F5}" srcOrd="0" destOrd="0" presId="urn:microsoft.com/office/officeart/2005/8/layout/orgChart1"/>
    <dgm:cxn modelId="{A35901CC-F0EE-4C78-A9FA-129492388480}" type="presOf" srcId="{1B272294-5896-4A07-B7A5-AAEADDA36C5E}" destId="{BE6CFE9C-13DA-43B7-919F-5B3ADC814401}" srcOrd="1" destOrd="0" presId="urn:microsoft.com/office/officeart/2005/8/layout/orgChart1"/>
    <dgm:cxn modelId="{92F3D4E1-3189-4495-864C-D00990CEF728}" srcId="{4E92C30D-B0BC-4C7D-AE69-94BE80D3B249}" destId="{A03D595C-77CC-4308-85CF-3005A2B4ACEB}" srcOrd="0" destOrd="0" parTransId="{2FDC9F60-3F69-4363-9BB8-2F9CE0FE1048}" sibTransId="{3BD2B4F4-D070-48FA-8B90-B2AC16172D73}"/>
    <dgm:cxn modelId="{749CE5E6-9BFA-410C-BE1B-4BDEAE37372C}" type="presOf" srcId="{1B272294-5896-4A07-B7A5-AAEADDA36C5E}" destId="{55E41A5F-91BD-41F5-9A44-50A3EF5BD0DA}" srcOrd="0" destOrd="0" presId="urn:microsoft.com/office/officeart/2005/8/layout/orgChart1"/>
    <dgm:cxn modelId="{1C31EAFC-E88D-4B5D-9AEC-29B601751C2C}" type="presOf" srcId="{8F8D5563-8A1C-424F-BA2E-A8A16F81DF69}" destId="{EE84CE8C-C787-4AC7-9DC0-A852C8886114}" srcOrd="0" destOrd="0" presId="urn:microsoft.com/office/officeart/2005/8/layout/orgChart1"/>
    <dgm:cxn modelId="{F7C9F83B-9352-4128-AB4F-7A410B1EDDA1}" type="presParOf" srcId="{24C86140-1769-4FE6-AE0D-C7F7DAB356F5}" destId="{6D80CF00-B09E-4696-B2E3-DC0BC64D1D71}" srcOrd="0" destOrd="0" presId="urn:microsoft.com/office/officeart/2005/8/layout/orgChart1"/>
    <dgm:cxn modelId="{937658B1-99A0-4196-B46B-3B0560C3F598}" type="presParOf" srcId="{6D80CF00-B09E-4696-B2E3-DC0BC64D1D71}" destId="{B4B7E507-5D13-4BEE-961B-EDC508216D89}" srcOrd="0" destOrd="0" presId="urn:microsoft.com/office/officeart/2005/8/layout/orgChart1"/>
    <dgm:cxn modelId="{E5AC73DB-5290-426E-80F4-33340731E75B}" type="presParOf" srcId="{B4B7E507-5D13-4BEE-961B-EDC508216D89}" destId="{BE25B507-0F21-4EAA-9872-F4A87368C6A5}" srcOrd="0" destOrd="0" presId="urn:microsoft.com/office/officeart/2005/8/layout/orgChart1"/>
    <dgm:cxn modelId="{158C0147-E8FF-4EC0-BAC2-29C581A5CBD0}" type="presParOf" srcId="{B4B7E507-5D13-4BEE-961B-EDC508216D89}" destId="{518ADAA3-3B92-4F7C-92E7-ACCBC7065848}" srcOrd="1" destOrd="0" presId="urn:microsoft.com/office/officeart/2005/8/layout/orgChart1"/>
    <dgm:cxn modelId="{F0692932-A876-441C-8792-39AC0AA9F3DB}" type="presParOf" srcId="{6D80CF00-B09E-4696-B2E3-DC0BC64D1D71}" destId="{AF7EC5C0-88C5-4D6A-B4E5-704D61AFF5D9}" srcOrd="1" destOrd="0" presId="urn:microsoft.com/office/officeart/2005/8/layout/orgChart1"/>
    <dgm:cxn modelId="{3DCA3EFC-2EFD-42D7-AB09-E6CF5B7443F7}" type="presParOf" srcId="{AF7EC5C0-88C5-4D6A-B4E5-704D61AFF5D9}" destId="{4FB968FB-4054-4201-AA4D-CF3FEB2D12E8}" srcOrd="0" destOrd="0" presId="urn:microsoft.com/office/officeart/2005/8/layout/orgChart1"/>
    <dgm:cxn modelId="{7EC3E8E0-C7F8-42CD-A633-B63AEDA5EEC7}" type="presParOf" srcId="{AF7EC5C0-88C5-4D6A-B4E5-704D61AFF5D9}" destId="{E724DC48-A089-42DF-8EEB-F8839CC3F6A1}" srcOrd="1" destOrd="0" presId="urn:microsoft.com/office/officeart/2005/8/layout/orgChart1"/>
    <dgm:cxn modelId="{FE70AE79-B656-4543-A559-ECD48D1B55B9}" type="presParOf" srcId="{E724DC48-A089-42DF-8EEB-F8839CC3F6A1}" destId="{F68B3FBA-510A-40AE-8A07-BADF8B605064}" srcOrd="0" destOrd="0" presId="urn:microsoft.com/office/officeart/2005/8/layout/orgChart1"/>
    <dgm:cxn modelId="{E57928DE-1A18-4B65-A2B4-9F8E445504BD}" type="presParOf" srcId="{F68B3FBA-510A-40AE-8A07-BADF8B605064}" destId="{219CC6E0-378A-49F5-93A8-2FDEB576438F}" srcOrd="0" destOrd="0" presId="urn:microsoft.com/office/officeart/2005/8/layout/orgChart1"/>
    <dgm:cxn modelId="{4DDED39F-B0B2-4C64-89FD-D5561199EE30}" type="presParOf" srcId="{F68B3FBA-510A-40AE-8A07-BADF8B605064}" destId="{AE1F03B5-4462-4D5E-846C-ADBF967D7FD2}" srcOrd="1" destOrd="0" presId="urn:microsoft.com/office/officeart/2005/8/layout/orgChart1"/>
    <dgm:cxn modelId="{AE6E4F2B-40DD-4226-9409-F23649D0064B}" type="presParOf" srcId="{E724DC48-A089-42DF-8EEB-F8839CC3F6A1}" destId="{7F0D9DC7-233F-414B-8494-7817E27B05D9}" srcOrd="1" destOrd="0" presId="urn:microsoft.com/office/officeart/2005/8/layout/orgChart1"/>
    <dgm:cxn modelId="{0EEEA9AA-37C8-4F7F-B637-267791A45924}" type="presParOf" srcId="{E724DC48-A089-42DF-8EEB-F8839CC3F6A1}" destId="{055F3F3E-28C3-4B69-8767-3145A7346436}" srcOrd="2" destOrd="0" presId="urn:microsoft.com/office/officeart/2005/8/layout/orgChart1"/>
    <dgm:cxn modelId="{218CE77E-765D-456B-804B-2BDA54F11263}" type="presParOf" srcId="{AF7EC5C0-88C5-4D6A-B4E5-704D61AFF5D9}" destId="{6C28ED1F-611E-4040-872B-94A4F80A1814}" srcOrd="2" destOrd="0" presId="urn:microsoft.com/office/officeart/2005/8/layout/orgChart1"/>
    <dgm:cxn modelId="{648622AD-D72E-449F-AD16-F6383CBD4FDF}" type="presParOf" srcId="{AF7EC5C0-88C5-4D6A-B4E5-704D61AFF5D9}" destId="{575C5EFD-E956-458F-937C-6899B5FE92F0}" srcOrd="3" destOrd="0" presId="urn:microsoft.com/office/officeart/2005/8/layout/orgChart1"/>
    <dgm:cxn modelId="{C70D8B74-40F2-476F-A03A-44DD67BD2B9E}" type="presParOf" srcId="{575C5EFD-E956-458F-937C-6899B5FE92F0}" destId="{73170264-8663-4C52-B0B9-175E3E08AE59}" srcOrd="0" destOrd="0" presId="urn:microsoft.com/office/officeart/2005/8/layout/orgChart1"/>
    <dgm:cxn modelId="{952FCA23-A73E-4EEA-B636-29BC80DB8801}" type="presParOf" srcId="{73170264-8663-4C52-B0B9-175E3E08AE59}" destId="{55E41A5F-91BD-41F5-9A44-50A3EF5BD0DA}" srcOrd="0" destOrd="0" presId="urn:microsoft.com/office/officeart/2005/8/layout/orgChart1"/>
    <dgm:cxn modelId="{0AADA3E0-9F02-4DEE-BA98-50B5BA2DF05A}" type="presParOf" srcId="{73170264-8663-4C52-B0B9-175E3E08AE59}" destId="{BE6CFE9C-13DA-43B7-919F-5B3ADC814401}" srcOrd="1" destOrd="0" presId="urn:microsoft.com/office/officeart/2005/8/layout/orgChart1"/>
    <dgm:cxn modelId="{4136A8F8-C9A7-4913-B194-3B63B596C1B7}" type="presParOf" srcId="{575C5EFD-E956-458F-937C-6899B5FE92F0}" destId="{6939F518-D582-4F41-8D2C-1E39962BD305}" srcOrd="1" destOrd="0" presId="urn:microsoft.com/office/officeart/2005/8/layout/orgChart1"/>
    <dgm:cxn modelId="{EB33CD97-511F-4B31-9444-071B9012F82C}" type="presParOf" srcId="{575C5EFD-E956-458F-937C-6899B5FE92F0}" destId="{58A601B1-0A26-434F-AF4F-3C5C2CD751A3}" srcOrd="2" destOrd="0" presId="urn:microsoft.com/office/officeart/2005/8/layout/orgChart1"/>
    <dgm:cxn modelId="{04F40052-1EFD-4FD8-9A56-F4AF2ACF51F3}" type="presParOf" srcId="{AF7EC5C0-88C5-4D6A-B4E5-704D61AFF5D9}" destId="{EE84CE8C-C787-4AC7-9DC0-A852C8886114}" srcOrd="4" destOrd="0" presId="urn:microsoft.com/office/officeart/2005/8/layout/orgChart1"/>
    <dgm:cxn modelId="{AA00EEFF-6B74-49B8-AA01-042B63C85AE6}" type="presParOf" srcId="{AF7EC5C0-88C5-4D6A-B4E5-704D61AFF5D9}" destId="{6A81E89F-BC68-44F5-B597-D50F99CA8569}" srcOrd="5" destOrd="0" presId="urn:microsoft.com/office/officeart/2005/8/layout/orgChart1"/>
    <dgm:cxn modelId="{2FD7161A-3CD7-4A77-90DC-18A42A03A2A9}" type="presParOf" srcId="{6A81E89F-BC68-44F5-B597-D50F99CA8569}" destId="{B21F0BC6-1224-404E-A1B9-7CABF5D32344}" srcOrd="0" destOrd="0" presId="urn:microsoft.com/office/officeart/2005/8/layout/orgChart1"/>
    <dgm:cxn modelId="{5C7D10C1-34CE-49C6-AB09-4143D55E50C1}" type="presParOf" srcId="{B21F0BC6-1224-404E-A1B9-7CABF5D32344}" destId="{25E140F9-A589-404F-B9DB-31CA5BA851FF}" srcOrd="0" destOrd="0" presId="urn:microsoft.com/office/officeart/2005/8/layout/orgChart1"/>
    <dgm:cxn modelId="{F3A75DA0-7558-444F-879D-A784F23750A1}" type="presParOf" srcId="{B21F0BC6-1224-404E-A1B9-7CABF5D32344}" destId="{4E2EAB83-2345-4602-B61E-54B096550080}" srcOrd="1" destOrd="0" presId="urn:microsoft.com/office/officeart/2005/8/layout/orgChart1"/>
    <dgm:cxn modelId="{CFC5D0D5-2AAE-4CAC-B481-0973978C4858}" type="presParOf" srcId="{6A81E89F-BC68-44F5-B597-D50F99CA8569}" destId="{1DB2E2DA-52FF-4EDC-85B1-1944F59C4442}" srcOrd="1" destOrd="0" presId="urn:microsoft.com/office/officeart/2005/8/layout/orgChart1"/>
    <dgm:cxn modelId="{5F6F3C0C-6221-47BC-AE9E-759ABFFE01B5}" type="presParOf" srcId="{6A81E89F-BC68-44F5-B597-D50F99CA8569}" destId="{E31ED57F-B3AD-4996-AC0F-4CF3B352F5EE}" srcOrd="2" destOrd="0" presId="urn:microsoft.com/office/officeart/2005/8/layout/orgChart1"/>
    <dgm:cxn modelId="{9AA3EA0B-9605-4B3B-934E-8D055BFFE688}" type="presParOf" srcId="{6D80CF00-B09E-4696-B2E3-DC0BC64D1D71}" destId="{271A5671-0996-45CD-8D42-1BB0DD504E3B}"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84CE8C-C787-4AC7-9DC0-A852C8886114}">
      <dsp:nvSpPr>
        <dsp:cNvPr id="0" name=""/>
        <dsp:cNvSpPr/>
      </dsp:nvSpPr>
      <dsp:spPr>
        <a:xfrm>
          <a:off x="4978373" y="1629441"/>
          <a:ext cx="3522235" cy="611297"/>
        </a:xfrm>
        <a:custGeom>
          <a:avLst/>
          <a:gdLst/>
          <a:ahLst/>
          <a:cxnLst/>
          <a:rect l="0" t="0" r="0" b="0"/>
          <a:pathLst>
            <a:path>
              <a:moveTo>
                <a:pt x="0" y="0"/>
              </a:moveTo>
              <a:lnTo>
                <a:pt x="0" y="305648"/>
              </a:lnTo>
              <a:lnTo>
                <a:pt x="3522235" y="305648"/>
              </a:lnTo>
              <a:lnTo>
                <a:pt x="3522235" y="611297"/>
              </a:lnTo>
            </a:path>
          </a:pathLst>
        </a:custGeom>
        <a:noFill/>
        <a:ln w="1270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6C28ED1F-611E-4040-872B-94A4F80A1814}">
      <dsp:nvSpPr>
        <dsp:cNvPr id="0" name=""/>
        <dsp:cNvSpPr/>
      </dsp:nvSpPr>
      <dsp:spPr>
        <a:xfrm>
          <a:off x="4932653" y="1629441"/>
          <a:ext cx="91440" cy="611297"/>
        </a:xfrm>
        <a:custGeom>
          <a:avLst/>
          <a:gdLst/>
          <a:ahLst/>
          <a:cxnLst/>
          <a:rect l="0" t="0" r="0" b="0"/>
          <a:pathLst>
            <a:path>
              <a:moveTo>
                <a:pt x="45720" y="0"/>
              </a:moveTo>
              <a:lnTo>
                <a:pt x="45720" y="611297"/>
              </a:lnTo>
            </a:path>
          </a:pathLst>
        </a:custGeom>
        <a:noFill/>
        <a:ln w="1270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4FB968FB-4054-4201-AA4D-CF3FEB2D12E8}">
      <dsp:nvSpPr>
        <dsp:cNvPr id="0" name=""/>
        <dsp:cNvSpPr/>
      </dsp:nvSpPr>
      <dsp:spPr>
        <a:xfrm>
          <a:off x="1456137" y="1629441"/>
          <a:ext cx="3522235" cy="611297"/>
        </a:xfrm>
        <a:custGeom>
          <a:avLst/>
          <a:gdLst/>
          <a:ahLst/>
          <a:cxnLst/>
          <a:rect l="0" t="0" r="0" b="0"/>
          <a:pathLst>
            <a:path>
              <a:moveTo>
                <a:pt x="3522235" y="0"/>
              </a:moveTo>
              <a:lnTo>
                <a:pt x="3522235" y="305648"/>
              </a:lnTo>
              <a:lnTo>
                <a:pt x="0" y="305648"/>
              </a:lnTo>
              <a:lnTo>
                <a:pt x="0" y="611297"/>
              </a:lnTo>
            </a:path>
          </a:pathLst>
        </a:custGeom>
        <a:noFill/>
        <a:ln w="12700" cap="flat" cmpd="sng" algn="ctr">
          <a:solidFill>
            <a:schemeClr val="accent5">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sp>
    <dsp:sp modelId="{BE25B507-0F21-4EAA-9872-F4A87368C6A5}">
      <dsp:nvSpPr>
        <dsp:cNvPr id="0" name=""/>
        <dsp:cNvSpPr/>
      </dsp:nvSpPr>
      <dsp:spPr>
        <a:xfrm>
          <a:off x="3522904" y="173972"/>
          <a:ext cx="2910938" cy="1455469"/>
        </a:xfrm>
        <a:prstGeom prst="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s-AR" sz="2200" kern="1200"/>
            <a:t>PATRONES</a:t>
          </a:r>
          <a:endParaRPr lang="es-ES" sz="2200" kern="1200"/>
        </a:p>
      </dsp:txBody>
      <dsp:txXfrm>
        <a:off x="3522904" y="173972"/>
        <a:ext cx="2910938" cy="1455469"/>
      </dsp:txXfrm>
    </dsp:sp>
    <dsp:sp modelId="{219CC6E0-378A-49F5-93A8-2FDEB576438F}">
      <dsp:nvSpPr>
        <dsp:cNvPr id="0" name=""/>
        <dsp:cNvSpPr/>
      </dsp:nvSpPr>
      <dsp:spPr>
        <a:xfrm>
          <a:off x="668" y="2240739"/>
          <a:ext cx="2910938" cy="1455469"/>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s-AR" sz="2200" kern="1200"/>
            <a:t>CREACIONALES</a:t>
          </a:r>
          <a:endParaRPr lang="es-ES" sz="2200" kern="1200"/>
        </a:p>
      </dsp:txBody>
      <dsp:txXfrm>
        <a:off x="668" y="2240739"/>
        <a:ext cx="2910938" cy="1455469"/>
      </dsp:txXfrm>
    </dsp:sp>
    <dsp:sp modelId="{55E41A5F-91BD-41F5-9A44-50A3EF5BD0DA}">
      <dsp:nvSpPr>
        <dsp:cNvPr id="0" name=""/>
        <dsp:cNvSpPr/>
      </dsp:nvSpPr>
      <dsp:spPr>
        <a:xfrm>
          <a:off x="3522904" y="2240739"/>
          <a:ext cx="2910938" cy="1455469"/>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s-AR" sz="2200" kern="1200"/>
            <a:t>DE COMPORTAMIENTO</a:t>
          </a:r>
          <a:endParaRPr lang="es-ES" sz="2200" kern="1200"/>
        </a:p>
      </dsp:txBody>
      <dsp:txXfrm>
        <a:off x="3522904" y="2240739"/>
        <a:ext cx="2910938" cy="1455469"/>
      </dsp:txXfrm>
    </dsp:sp>
    <dsp:sp modelId="{25E140F9-A589-404F-B9DB-31CA5BA851FF}">
      <dsp:nvSpPr>
        <dsp:cNvPr id="0" name=""/>
        <dsp:cNvSpPr/>
      </dsp:nvSpPr>
      <dsp:spPr>
        <a:xfrm>
          <a:off x="7045139" y="2240739"/>
          <a:ext cx="2910938" cy="1455469"/>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977900">
            <a:lnSpc>
              <a:spcPct val="90000"/>
            </a:lnSpc>
            <a:spcBef>
              <a:spcPct val="0"/>
            </a:spcBef>
            <a:spcAft>
              <a:spcPct val="35000"/>
            </a:spcAft>
            <a:buNone/>
          </a:pPr>
          <a:r>
            <a:rPr lang="es-AR" sz="2200" kern="1200"/>
            <a:t>ESTRUCTURALES</a:t>
          </a:r>
          <a:endParaRPr lang="es-ES" sz="2200" kern="1200"/>
        </a:p>
      </dsp:txBody>
      <dsp:txXfrm>
        <a:off x="7045139" y="2240739"/>
        <a:ext cx="2910938" cy="1455469"/>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F1ECE8-B80F-4E1D-851D-DE3400644633}" type="datetimeFigureOut">
              <a:rPr lang="es-ES" smtClean="0"/>
              <a:t>22/08/2024</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E85D8F-FD26-4CCD-9DDB-9E0FC1E329BC}" type="slidenum">
              <a:rPr lang="es-ES" smtClean="0"/>
              <a:t>‹Nº›</a:t>
            </a:fld>
            <a:endParaRPr lang="es-ES"/>
          </a:p>
        </p:txBody>
      </p:sp>
    </p:spTree>
    <p:extLst>
      <p:ext uri="{BB962C8B-B14F-4D97-AF65-F5344CB8AC3E}">
        <p14:creationId xmlns:p14="http://schemas.microsoft.com/office/powerpoint/2010/main" val="24106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AR" dirty="0"/>
              <a:t>Soluciones a problemas comunes en el desarrollo</a:t>
            </a:r>
          </a:p>
          <a:p>
            <a:endParaRPr lang="es-ES" dirty="0"/>
          </a:p>
        </p:txBody>
      </p:sp>
      <p:sp>
        <p:nvSpPr>
          <p:cNvPr id="4" name="Marcador de número de diapositiva 3"/>
          <p:cNvSpPr>
            <a:spLocks noGrp="1"/>
          </p:cNvSpPr>
          <p:nvPr>
            <p:ph type="sldNum" sz="quarter" idx="5"/>
          </p:nvPr>
        </p:nvSpPr>
        <p:spPr/>
        <p:txBody>
          <a:bodyPr/>
          <a:lstStyle/>
          <a:p>
            <a:fld id="{80E85D8F-FD26-4CCD-9DDB-9E0FC1E329BC}" type="slidenum">
              <a:rPr lang="es-ES" smtClean="0"/>
              <a:t>2</a:t>
            </a:fld>
            <a:endParaRPr lang="es-ES"/>
          </a:p>
        </p:txBody>
      </p:sp>
    </p:spTree>
    <p:extLst>
      <p:ext uri="{BB962C8B-B14F-4D97-AF65-F5344CB8AC3E}">
        <p14:creationId xmlns:p14="http://schemas.microsoft.com/office/powerpoint/2010/main" val="1142268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80E85D8F-FD26-4CCD-9DDB-9E0FC1E329BC}" type="slidenum">
              <a:rPr lang="es-ES" smtClean="0"/>
              <a:t>13</a:t>
            </a:fld>
            <a:endParaRPr lang="es-ES"/>
          </a:p>
        </p:txBody>
      </p:sp>
    </p:spTree>
    <p:extLst>
      <p:ext uri="{BB962C8B-B14F-4D97-AF65-F5344CB8AC3E}">
        <p14:creationId xmlns:p14="http://schemas.microsoft.com/office/powerpoint/2010/main" val="8809101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04406-9FC5-ACFE-893D-D4EADEB1A89D}"/>
              </a:ext>
            </a:extLst>
          </p:cNvPr>
          <p:cNvSpPr>
            <a:spLocks noGrp="1"/>
          </p:cNvSpPr>
          <p:nvPr>
            <p:ph type="ctrTitle"/>
          </p:nvPr>
        </p:nvSpPr>
        <p:spPr>
          <a:xfrm>
            <a:off x="308388" y="745440"/>
            <a:ext cx="8132227" cy="3559859"/>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BC0AF19C-C14B-F137-2DE9-1992459045F5}"/>
              </a:ext>
            </a:extLst>
          </p:cNvPr>
          <p:cNvSpPr>
            <a:spLocks noGrp="1"/>
          </p:cNvSpPr>
          <p:nvPr>
            <p:ph type="subTitle" idx="1"/>
          </p:nvPr>
        </p:nvSpPr>
        <p:spPr>
          <a:xfrm>
            <a:off x="317308" y="4669316"/>
            <a:ext cx="8132227" cy="13504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AC6A999-B8D4-1774-9F1B-9F9FE1B3BFA6}"/>
              </a:ext>
            </a:extLst>
          </p:cNvPr>
          <p:cNvSpPr>
            <a:spLocks noGrp="1"/>
          </p:cNvSpPr>
          <p:nvPr>
            <p:ph type="dt" sz="half" idx="10"/>
          </p:nvPr>
        </p:nvSpPr>
        <p:spPr/>
        <p:txBody>
          <a:bodyPr/>
          <a:lstStyle/>
          <a:p>
            <a:fld id="{F2EE3B7B-C7B5-42CF-90CF-67B3D21B2314}" type="datetime1">
              <a:rPr lang="en-US" smtClean="0"/>
              <a:t>8/22/2024</a:t>
            </a:fld>
            <a:endParaRPr lang="en-US"/>
          </a:p>
        </p:txBody>
      </p:sp>
      <p:sp>
        <p:nvSpPr>
          <p:cNvPr id="5" name="Footer Placeholder 4">
            <a:extLst>
              <a:ext uri="{FF2B5EF4-FFF2-40B4-BE49-F238E27FC236}">
                <a16:creationId xmlns:a16="http://schemas.microsoft.com/office/drawing/2014/main" id="{61165D5D-2AE2-6F91-D1EB-6DD8FC3CE64C}"/>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BF0029E4-3A4E-970A-17A8-1E17D37D1F2B}"/>
              </a:ext>
            </a:extLst>
          </p:cNvPr>
          <p:cNvSpPr>
            <a:spLocks noGrp="1"/>
          </p:cNvSpPr>
          <p:nvPr>
            <p:ph type="sldNum" sz="quarter" idx="12"/>
          </p:nvPr>
        </p:nvSpPr>
        <p:spPr/>
        <p:txBody>
          <a:bodyPr/>
          <a:lstStyle/>
          <a:p>
            <a:fld id="{6E91CC32-6A6B-4E2E-BBA1-6864F305DA26}" type="slidenum">
              <a:rPr lang="en-US" smtClean="0"/>
              <a:t>‹Nº›</a:t>
            </a:fld>
            <a:endParaRPr lang="en-US"/>
          </a:p>
        </p:txBody>
      </p:sp>
    </p:spTree>
    <p:extLst>
      <p:ext uri="{BB962C8B-B14F-4D97-AF65-F5344CB8AC3E}">
        <p14:creationId xmlns:p14="http://schemas.microsoft.com/office/powerpoint/2010/main" val="24534054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5D22A-1F6D-0DE5-E04A-DC466353DA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4ADD6F-7C93-3CD3-AC8D-28A78787CB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706E74-14FC-84D9-4B41-7D9FB0D573C4}"/>
              </a:ext>
            </a:extLst>
          </p:cNvPr>
          <p:cNvSpPr>
            <a:spLocks noGrp="1"/>
          </p:cNvSpPr>
          <p:nvPr>
            <p:ph type="dt" sz="half" idx="10"/>
          </p:nvPr>
        </p:nvSpPr>
        <p:spPr/>
        <p:txBody>
          <a:bodyPr/>
          <a:lstStyle/>
          <a:p>
            <a:fld id="{0F996519-E62D-4F8C-AE1E-36928EC7D15C}" type="datetime1">
              <a:rPr lang="en-US" smtClean="0"/>
              <a:t>8/22/2024</a:t>
            </a:fld>
            <a:endParaRPr lang="en-US"/>
          </a:p>
        </p:txBody>
      </p:sp>
      <p:sp>
        <p:nvSpPr>
          <p:cNvPr id="5" name="Footer Placeholder 4">
            <a:extLst>
              <a:ext uri="{FF2B5EF4-FFF2-40B4-BE49-F238E27FC236}">
                <a16:creationId xmlns:a16="http://schemas.microsoft.com/office/drawing/2014/main" id="{1F35A7DC-6292-6181-949E-F8BC3FA11BA6}"/>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050F5C6-EADC-E072-B19B-49BB11DF0309}"/>
              </a:ext>
            </a:extLst>
          </p:cNvPr>
          <p:cNvSpPr>
            <a:spLocks noGrp="1"/>
          </p:cNvSpPr>
          <p:nvPr>
            <p:ph type="sldNum" sz="quarter" idx="12"/>
          </p:nvPr>
        </p:nvSpPr>
        <p:spPr/>
        <p:txBody>
          <a:bodyPr/>
          <a:lstStyle/>
          <a:p>
            <a:fld id="{6E91CC32-6A6B-4E2E-BBA1-6864F305DA26}" type="slidenum">
              <a:rPr lang="en-US" smtClean="0"/>
              <a:t>‹Nº›</a:t>
            </a:fld>
            <a:endParaRPr lang="en-US"/>
          </a:p>
        </p:txBody>
      </p:sp>
    </p:spTree>
    <p:extLst>
      <p:ext uri="{BB962C8B-B14F-4D97-AF65-F5344CB8AC3E}">
        <p14:creationId xmlns:p14="http://schemas.microsoft.com/office/powerpoint/2010/main" val="32606840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2054-1AE7-534F-0CFE-1F0628A09FC1}"/>
              </a:ext>
            </a:extLst>
          </p:cNvPr>
          <p:cNvSpPr>
            <a:spLocks noGrp="1"/>
          </p:cNvSpPr>
          <p:nvPr>
            <p:ph type="title"/>
          </p:nvPr>
        </p:nvSpPr>
        <p:spPr>
          <a:xfrm>
            <a:off x="340138" y="2243708"/>
            <a:ext cx="9156288" cy="3776091"/>
          </a:xfrm>
        </p:spPr>
        <p:txBody>
          <a:bodyPr anchor="b">
            <a:normAutofit/>
          </a:bodyPr>
          <a:lstStyle>
            <a:lvl1pPr>
              <a:defRPr sz="6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988EC2A-45C7-131C-0F4A-56E62EB029C2}"/>
              </a:ext>
            </a:extLst>
          </p:cNvPr>
          <p:cNvSpPr>
            <a:spLocks noGrp="1"/>
          </p:cNvSpPr>
          <p:nvPr>
            <p:ph type="body" idx="1"/>
          </p:nvPr>
        </p:nvSpPr>
        <p:spPr>
          <a:xfrm>
            <a:off x="340137" y="838201"/>
            <a:ext cx="9156289" cy="1405508"/>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C75A323-2679-E978-8856-2FEBE8F5AE45}"/>
              </a:ext>
            </a:extLst>
          </p:cNvPr>
          <p:cNvSpPr>
            <a:spLocks noGrp="1"/>
          </p:cNvSpPr>
          <p:nvPr>
            <p:ph type="dt" sz="half" idx="10"/>
          </p:nvPr>
        </p:nvSpPr>
        <p:spPr/>
        <p:txBody>
          <a:bodyPr/>
          <a:lstStyle/>
          <a:p>
            <a:fld id="{6477AEB6-FCE1-4CD5-923B-84E54F1460D5}" type="datetime1">
              <a:rPr lang="en-US" smtClean="0"/>
              <a:t>8/22/2024</a:t>
            </a:fld>
            <a:endParaRPr lang="en-US"/>
          </a:p>
        </p:txBody>
      </p:sp>
      <p:sp>
        <p:nvSpPr>
          <p:cNvPr id="5" name="Footer Placeholder 4">
            <a:extLst>
              <a:ext uri="{FF2B5EF4-FFF2-40B4-BE49-F238E27FC236}">
                <a16:creationId xmlns:a16="http://schemas.microsoft.com/office/drawing/2014/main" id="{2C971DC2-625E-0477-BF8C-F3CDDCE4B11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EF1A644-D449-E464-C2DF-F045A51899D0}"/>
              </a:ext>
            </a:extLst>
          </p:cNvPr>
          <p:cNvSpPr>
            <a:spLocks noGrp="1"/>
          </p:cNvSpPr>
          <p:nvPr>
            <p:ph type="sldNum" sz="quarter" idx="12"/>
          </p:nvPr>
        </p:nvSpPr>
        <p:spPr/>
        <p:txBody>
          <a:bodyPr/>
          <a:lstStyle/>
          <a:p>
            <a:fld id="{6E91CC32-6A6B-4E2E-BBA1-6864F305DA26}" type="slidenum">
              <a:rPr lang="en-US" smtClean="0"/>
              <a:t>‹Nº›</a:t>
            </a:fld>
            <a:endParaRPr lang="en-US"/>
          </a:p>
        </p:txBody>
      </p:sp>
    </p:spTree>
    <p:extLst>
      <p:ext uri="{BB962C8B-B14F-4D97-AF65-F5344CB8AC3E}">
        <p14:creationId xmlns:p14="http://schemas.microsoft.com/office/powerpoint/2010/main" val="3596770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12719-44A3-3EE8-D757-F0E0F9632AEC}"/>
              </a:ext>
            </a:extLst>
          </p:cNvPr>
          <p:cNvSpPr>
            <a:spLocks noGrp="1"/>
          </p:cNvSpPr>
          <p:nvPr>
            <p:ph type="title"/>
          </p:nvPr>
        </p:nvSpPr>
        <p:spPr>
          <a:xfrm>
            <a:off x="303197" y="750627"/>
            <a:ext cx="10846556" cy="130415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0440DC2-69F2-A056-508C-F5138E71FCA2}"/>
              </a:ext>
            </a:extLst>
          </p:cNvPr>
          <p:cNvSpPr>
            <a:spLocks noGrp="1"/>
          </p:cNvSpPr>
          <p:nvPr>
            <p:ph sz="half" idx="1"/>
          </p:nvPr>
        </p:nvSpPr>
        <p:spPr>
          <a:xfrm>
            <a:off x="1056961" y="2075250"/>
            <a:ext cx="4571288" cy="4101492"/>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DA2243E-0673-54F2-5B38-DF5D2C7367F4}"/>
              </a:ext>
            </a:extLst>
          </p:cNvPr>
          <p:cNvSpPr>
            <a:spLocks noGrp="1"/>
          </p:cNvSpPr>
          <p:nvPr>
            <p:ph sz="half" idx="2"/>
          </p:nvPr>
        </p:nvSpPr>
        <p:spPr>
          <a:xfrm>
            <a:off x="6379560" y="2075250"/>
            <a:ext cx="4770191" cy="4101492"/>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AE946B7D-7BAF-8DE9-FB5A-282908B03106}"/>
              </a:ext>
            </a:extLst>
          </p:cNvPr>
          <p:cNvSpPr>
            <a:spLocks noGrp="1"/>
          </p:cNvSpPr>
          <p:nvPr>
            <p:ph type="dt" sz="half" idx="10"/>
          </p:nvPr>
        </p:nvSpPr>
        <p:spPr/>
        <p:txBody>
          <a:bodyPr/>
          <a:lstStyle/>
          <a:p>
            <a:fld id="{96374C2F-71A1-43C9-B2F6-A4FAC8157F1A}" type="datetime1">
              <a:rPr lang="en-US" smtClean="0"/>
              <a:t>8/22/2024</a:t>
            </a:fld>
            <a:endParaRPr lang="en-US"/>
          </a:p>
        </p:txBody>
      </p:sp>
      <p:sp>
        <p:nvSpPr>
          <p:cNvPr id="6" name="Footer Placeholder 5">
            <a:extLst>
              <a:ext uri="{FF2B5EF4-FFF2-40B4-BE49-F238E27FC236}">
                <a16:creationId xmlns:a16="http://schemas.microsoft.com/office/drawing/2014/main" id="{0AF99017-BDD7-56C7-43AE-4B86AC78194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CF6E7D63-14BF-E333-B350-75DA58E281CF}"/>
              </a:ext>
            </a:extLst>
          </p:cNvPr>
          <p:cNvSpPr>
            <a:spLocks noGrp="1"/>
          </p:cNvSpPr>
          <p:nvPr>
            <p:ph type="sldNum" sz="quarter" idx="12"/>
          </p:nvPr>
        </p:nvSpPr>
        <p:spPr/>
        <p:txBody>
          <a:bodyPr/>
          <a:lstStyle/>
          <a:p>
            <a:fld id="{6E91CC32-6A6B-4E2E-BBA1-6864F305DA26}" type="slidenum">
              <a:rPr lang="en-US" smtClean="0"/>
              <a:t>‹Nº›</a:t>
            </a:fld>
            <a:endParaRPr lang="en-US"/>
          </a:p>
        </p:txBody>
      </p:sp>
    </p:spTree>
    <p:extLst>
      <p:ext uri="{BB962C8B-B14F-4D97-AF65-F5344CB8AC3E}">
        <p14:creationId xmlns:p14="http://schemas.microsoft.com/office/powerpoint/2010/main" val="1535464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7F72-3970-859F-C268-E9940EF2D0E4}"/>
              </a:ext>
            </a:extLst>
          </p:cNvPr>
          <p:cNvSpPr>
            <a:spLocks noGrp="1"/>
          </p:cNvSpPr>
          <p:nvPr>
            <p:ph type="title"/>
          </p:nvPr>
        </p:nvSpPr>
        <p:spPr>
          <a:xfrm>
            <a:off x="305649" y="743803"/>
            <a:ext cx="10764271" cy="1025362"/>
          </a:xfrm>
        </p:spPr>
        <p:txBody>
          <a:bodyPr anchor="t"/>
          <a:lstStyle/>
          <a:p>
            <a:r>
              <a:rPr lang="en-US" dirty="0"/>
              <a:t>Click to edit Master title style</a:t>
            </a:r>
          </a:p>
        </p:txBody>
      </p:sp>
      <p:sp>
        <p:nvSpPr>
          <p:cNvPr id="3" name="Text Placeholder 2">
            <a:extLst>
              <a:ext uri="{FF2B5EF4-FFF2-40B4-BE49-F238E27FC236}">
                <a16:creationId xmlns:a16="http://schemas.microsoft.com/office/drawing/2014/main" id="{F9B37CC6-89B8-3CF3-6973-1B5B71782F56}"/>
              </a:ext>
            </a:extLst>
          </p:cNvPr>
          <p:cNvSpPr>
            <a:spLocks noGrp="1"/>
          </p:cNvSpPr>
          <p:nvPr>
            <p:ph type="body" idx="1"/>
          </p:nvPr>
        </p:nvSpPr>
        <p:spPr>
          <a:xfrm>
            <a:off x="1056961"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0650EB0-E35B-DA3D-B6A1-2422B01C6005}"/>
              </a:ext>
            </a:extLst>
          </p:cNvPr>
          <p:cNvSpPr>
            <a:spLocks noGrp="1"/>
          </p:cNvSpPr>
          <p:nvPr>
            <p:ph sz="half" idx="2"/>
          </p:nvPr>
        </p:nvSpPr>
        <p:spPr>
          <a:xfrm>
            <a:off x="1056961" y="2678597"/>
            <a:ext cx="4571287" cy="35067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57A15D0-F178-1506-0E61-C8FFDF9BD6B5}"/>
              </a:ext>
            </a:extLst>
          </p:cNvPr>
          <p:cNvSpPr>
            <a:spLocks noGrp="1"/>
          </p:cNvSpPr>
          <p:nvPr>
            <p:ph type="body" sz="quarter" idx="3"/>
          </p:nvPr>
        </p:nvSpPr>
        <p:spPr>
          <a:xfrm>
            <a:off x="6498633"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256CB421-A65A-A7DC-40A7-D8B76F9C3A3A}"/>
              </a:ext>
            </a:extLst>
          </p:cNvPr>
          <p:cNvSpPr>
            <a:spLocks noGrp="1"/>
          </p:cNvSpPr>
          <p:nvPr>
            <p:ph sz="quarter" idx="4"/>
          </p:nvPr>
        </p:nvSpPr>
        <p:spPr>
          <a:xfrm>
            <a:off x="6498633" y="2678596"/>
            <a:ext cx="4571287" cy="35067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7AF5675-5329-D2DB-FAFF-700D076CA886}"/>
              </a:ext>
            </a:extLst>
          </p:cNvPr>
          <p:cNvSpPr>
            <a:spLocks noGrp="1"/>
          </p:cNvSpPr>
          <p:nvPr>
            <p:ph type="dt" sz="half" idx="10"/>
          </p:nvPr>
        </p:nvSpPr>
        <p:spPr/>
        <p:txBody>
          <a:bodyPr/>
          <a:lstStyle/>
          <a:p>
            <a:fld id="{AD631DCC-9916-4BB7-A2E9-25EC84C740A7}" type="datetime1">
              <a:rPr lang="en-US" smtClean="0"/>
              <a:t>8/22/2024</a:t>
            </a:fld>
            <a:endParaRPr lang="en-US"/>
          </a:p>
        </p:txBody>
      </p:sp>
      <p:sp>
        <p:nvSpPr>
          <p:cNvPr id="8" name="Footer Placeholder 7">
            <a:extLst>
              <a:ext uri="{FF2B5EF4-FFF2-40B4-BE49-F238E27FC236}">
                <a16:creationId xmlns:a16="http://schemas.microsoft.com/office/drawing/2014/main" id="{D1392A97-07D9-5E5C-2A31-3B7D764CE1B8}"/>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E626143-8FEE-0ABD-25C7-C34AF6568B83}"/>
              </a:ext>
            </a:extLst>
          </p:cNvPr>
          <p:cNvSpPr>
            <a:spLocks noGrp="1"/>
          </p:cNvSpPr>
          <p:nvPr>
            <p:ph type="sldNum" sz="quarter" idx="12"/>
          </p:nvPr>
        </p:nvSpPr>
        <p:spPr/>
        <p:txBody>
          <a:bodyPr/>
          <a:lstStyle/>
          <a:p>
            <a:fld id="{6E91CC32-6A6B-4E2E-BBA1-6864F305DA26}" type="slidenum">
              <a:rPr lang="en-US" smtClean="0"/>
              <a:t>‹Nº›</a:t>
            </a:fld>
            <a:endParaRPr lang="en-US"/>
          </a:p>
        </p:txBody>
      </p:sp>
    </p:spTree>
    <p:extLst>
      <p:ext uri="{BB962C8B-B14F-4D97-AF65-F5344CB8AC3E}">
        <p14:creationId xmlns:p14="http://schemas.microsoft.com/office/powerpoint/2010/main" val="2265157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26EFE-D86C-B076-D4D1-FAD1883E0813}"/>
              </a:ext>
            </a:extLst>
          </p:cNvPr>
          <p:cNvSpPr>
            <a:spLocks noGrp="1"/>
          </p:cNvSpPr>
          <p:nvPr>
            <p:ph type="title"/>
          </p:nvPr>
        </p:nvSpPr>
        <p:spPr>
          <a:xfrm>
            <a:off x="308387" y="757766"/>
            <a:ext cx="7240293" cy="3547534"/>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C23F3B23-C631-4B62-3211-30222ABE1C33}"/>
              </a:ext>
            </a:extLst>
          </p:cNvPr>
          <p:cNvSpPr>
            <a:spLocks noGrp="1"/>
          </p:cNvSpPr>
          <p:nvPr>
            <p:ph type="dt" sz="half" idx="10"/>
          </p:nvPr>
        </p:nvSpPr>
        <p:spPr/>
        <p:txBody>
          <a:bodyPr/>
          <a:lstStyle/>
          <a:p>
            <a:fld id="{AF59146A-335D-4B7F-86AE-5D483B1F631C}" type="datetime1">
              <a:rPr lang="en-US" smtClean="0"/>
              <a:t>8/22/2024</a:t>
            </a:fld>
            <a:endParaRPr lang="en-US"/>
          </a:p>
        </p:txBody>
      </p:sp>
      <p:sp>
        <p:nvSpPr>
          <p:cNvPr id="4" name="Footer Placeholder 3">
            <a:extLst>
              <a:ext uri="{FF2B5EF4-FFF2-40B4-BE49-F238E27FC236}">
                <a16:creationId xmlns:a16="http://schemas.microsoft.com/office/drawing/2014/main" id="{7789A1FB-EA0D-F6A3-A4EB-001AA082AAFF}"/>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D671B7-A902-587D-89D0-ECFB738FD702}"/>
              </a:ext>
            </a:extLst>
          </p:cNvPr>
          <p:cNvSpPr>
            <a:spLocks noGrp="1"/>
          </p:cNvSpPr>
          <p:nvPr>
            <p:ph type="sldNum" sz="quarter" idx="12"/>
          </p:nvPr>
        </p:nvSpPr>
        <p:spPr/>
        <p:txBody>
          <a:bodyPr/>
          <a:lstStyle/>
          <a:p>
            <a:fld id="{6E91CC32-6A6B-4E2E-BBA1-6864F305DA26}" type="slidenum">
              <a:rPr lang="en-US" smtClean="0"/>
              <a:t>‹Nº›</a:t>
            </a:fld>
            <a:endParaRPr lang="en-US"/>
          </a:p>
        </p:txBody>
      </p:sp>
    </p:spTree>
    <p:extLst>
      <p:ext uri="{BB962C8B-B14F-4D97-AF65-F5344CB8AC3E}">
        <p14:creationId xmlns:p14="http://schemas.microsoft.com/office/powerpoint/2010/main" val="20205951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A27D49-E5B4-0E67-FCFC-62A04E705682}"/>
              </a:ext>
            </a:extLst>
          </p:cNvPr>
          <p:cNvSpPr>
            <a:spLocks noGrp="1"/>
          </p:cNvSpPr>
          <p:nvPr>
            <p:ph type="dt" sz="half" idx="10"/>
          </p:nvPr>
        </p:nvSpPr>
        <p:spPr/>
        <p:txBody>
          <a:bodyPr/>
          <a:lstStyle/>
          <a:p>
            <a:fld id="{DD71D8EC-8E17-4CE6-99C2-C22488572868}" type="datetime1">
              <a:rPr lang="en-US" smtClean="0"/>
              <a:t>8/22/2024</a:t>
            </a:fld>
            <a:endParaRPr lang="en-US"/>
          </a:p>
        </p:txBody>
      </p:sp>
      <p:sp>
        <p:nvSpPr>
          <p:cNvPr id="3" name="Footer Placeholder 2">
            <a:extLst>
              <a:ext uri="{FF2B5EF4-FFF2-40B4-BE49-F238E27FC236}">
                <a16:creationId xmlns:a16="http://schemas.microsoft.com/office/drawing/2014/main" id="{6B0E4B02-DD32-C63F-6FEE-BC36E2EFD012}"/>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CF25FA8B-18F7-7DDC-74E0-B1C7139E7B05}"/>
              </a:ext>
            </a:extLst>
          </p:cNvPr>
          <p:cNvSpPr>
            <a:spLocks noGrp="1"/>
          </p:cNvSpPr>
          <p:nvPr>
            <p:ph type="sldNum" sz="quarter" idx="12"/>
          </p:nvPr>
        </p:nvSpPr>
        <p:spPr/>
        <p:txBody>
          <a:bodyPr/>
          <a:lstStyle/>
          <a:p>
            <a:fld id="{6E91CC32-6A6B-4E2E-BBA1-6864F305DA26}" type="slidenum">
              <a:rPr lang="en-US" smtClean="0"/>
              <a:t>‹Nº›</a:t>
            </a:fld>
            <a:endParaRPr lang="en-US"/>
          </a:p>
        </p:txBody>
      </p:sp>
    </p:spTree>
    <p:extLst>
      <p:ext uri="{BB962C8B-B14F-4D97-AF65-F5344CB8AC3E}">
        <p14:creationId xmlns:p14="http://schemas.microsoft.com/office/powerpoint/2010/main" val="1684127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2D42A-8FC3-F6BE-4CF7-1490DE4FD462}"/>
              </a:ext>
            </a:extLst>
          </p:cNvPr>
          <p:cNvSpPr>
            <a:spLocks noGrp="1"/>
          </p:cNvSpPr>
          <p:nvPr>
            <p:ph type="title"/>
          </p:nvPr>
        </p:nvSpPr>
        <p:spPr>
          <a:xfrm>
            <a:off x="317395" y="766636"/>
            <a:ext cx="3951745" cy="1510628"/>
          </a:xfrm>
        </p:spPr>
        <p:txBody>
          <a:bodyPr anchor="t"/>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AA2BAA-1CCB-696D-D506-5E1747080119}"/>
              </a:ext>
            </a:extLst>
          </p:cNvPr>
          <p:cNvSpPr>
            <a:spLocks noGrp="1"/>
          </p:cNvSpPr>
          <p:nvPr>
            <p:ph idx="1"/>
          </p:nvPr>
        </p:nvSpPr>
        <p:spPr>
          <a:xfrm>
            <a:off x="5105400" y="702452"/>
            <a:ext cx="6249988" cy="531734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0B3C3E7-B970-EF6C-A6D3-6CB81C948775}"/>
              </a:ext>
            </a:extLst>
          </p:cNvPr>
          <p:cNvSpPr>
            <a:spLocks noGrp="1"/>
          </p:cNvSpPr>
          <p:nvPr>
            <p:ph type="body" sz="half" idx="2"/>
          </p:nvPr>
        </p:nvSpPr>
        <p:spPr>
          <a:xfrm>
            <a:off x="323953" y="2277264"/>
            <a:ext cx="3752747" cy="374253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F32464-D130-7DA0-050D-B444566B1A2F}"/>
              </a:ext>
            </a:extLst>
          </p:cNvPr>
          <p:cNvSpPr>
            <a:spLocks noGrp="1"/>
          </p:cNvSpPr>
          <p:nvPr>
            <p:ph type="dt" sz="half" idx="10"/>
          </p:nvPr>
        </p:nvSpPr>
        <p:spPr/>
        <p:txBody>
          <a:bodyPr/>
          <a:lstStyle/>
          <a:p>
            <a:fld id="{9A750ABA-DFFA-4B13-BB77-624D9164A38B}" type="datetime1">
              <a:rPr lang="en-US" smtClean="0"/>
              <a:t>8/22/2024</a:t>
            </a:fld>
            <a:endParaRPr lang="en-US"/>
          </a:p>
        </p:txBody>
      </p:sp>
      <p:sp>
        <p:nvSpPr>
          <p:cNvPr id="6" name="Footer Placeholder 5">
            <a:extLst>
              <a:ext uri="{FF2B5EF4-FFF2-40B4-BE49-F238E27FC236}">
                <a16:creationId xmlns:a16="http://schemas.microsoft.com/office/drawing/2014/main" id="{3FC2B3B4-209E-187A-6F86-2F2EAD9F747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036A2A86-6CB1-F027-66AC-8EBFA9D0647A}"/>
              </a:ext>
            </a:extLst>
          </p:cNvPr>
          <p:cNvSpPr>
            <a:spLocks noGrp="1"/>
          </p:cNvSpPr>
          <p:nvPr>
            <p:ph type="sldNum" sz="quarter" idx="12"/>
          </p:nvPr>
        </p:nvSpPr>
        <p:spPr/>
        <p:txBody>
          <a:bodyPr/>
          <a:lstStyle/>
          <a:p>
            <a:fld id="{6E91CC32-6A6B-4E2E-BBA1-6864F305DA26}" type="slidenum">
              <a:rPr lang="en-US" smtClean="0"/>
              <a:t>‹Nº›</a:t>
            </a:fld>
            <a:endParaRPr lang="en-US"/>
          </a:p>
        </p:txBody>
      </p:sp>
    </p:spTree>
    <p:extLst>
      <p:ext uri="{BB962C8B-B14F-4D97-AF65-F5344CB8AC3E}">
        <p14:creationId xmlns:p14="http://schemas.microsoft.com/office/powerpoint/2010/main" val="1708022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68F49-A418-C21F-25DC-E4C2E1716387}"/>
              </a:ext>
            </a:extLst>
          </p:cNvPr>
          <p:cNvSpPr>
            <a:spLocks noGrp="1"/>
          </p:cNvSpPr>
          <p:nvPr>
            <p:ph type="title"/>
          </p:nvPr>
        </p:nvSpPr>
        <p:spPr>
          <a:xfrm>
            <a:off x="318972" y="765850"/>
            <a:ext cx="3995693" cy="1774778"/>
          </a:xfrm>
        </p:spPr>
        <p:txBody>
          <a:bodyPr anchor="t"/>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378CDE2-0C1B-D3BE-F399-98D983EF4534}"/>
              </a:ext>
            </a:extLst>
          </p:cNvPr>
          <p:cNvSpPr>
            <a:spLocks noGrp="1"/>
          </p:cNvSpPr>
          <p:nvPr>
            <p:ph type="pic" idx="1"/>
          </p:nvPr>
        </p:nvSpPr>
        <p:spPr>
          <a:xfrm>
            <a:off x="5105400" y="838200"/>
            <a:ext cx="6249988" cy="51815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38786322-CA2D-A634-C10E-4F22BCE48B7F}"/>
              </a:ext>
            </a:extLst>
          </p:cNvPr>
          <p:cNvSpPr>
            <a:spLocks noGrp="1"/>
          </p:cNvSpPr>
          <p:nvPr>
            <p:ph type="body" sz="half" idx="2"/>
          </p:nvPr>
        </p:nvSpPr>
        <p:spPr>
          <a:xfrm>
            <a:off x="340137" y="2552699"/>
            <a:ext cx="3736563" cy="3467099"/>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AD0DD6-F55F-4437-DEC5-FA6028509A2D}"/>
              </a:ext>
            </a:extLst>
          </p:cNvPr>
          <p:cNvSpPr>
            <a:spLocks noGrp="1"/>
          </p:cNvSpPr>
          <p:nvPr>
            <p:ph type="dt" sz="half" idx="10"/>
          </p:nvPr>
        </p:nvSpPr>
        <p:spPr>
          <a:xfrm>
            <a:off x="340137" y="63202"/>
            <a:ext cx="2743200" cy="318221"/>
          </a:xfrm>
        </p:spPr>
        <p:txBody>
          <a:bodyPr/>
          <a:lstStyle/>
          <a:p>
            <a:fld id="{3220A08F-2B1D-4498-A043-7C299B1C2561}" type="datetime1">
              <a:rPr lang="en-US" smtClean="0"/>
              <a:t>8/22/2024</a:t>
            </a:fld>
            <a:endParaRPr lang="en-US"/>
          </a:p>
        </p:txBody>
      </p:sp>
      <p:sp>
        <p:nvSpPr>
          <p:cNvPr id="6" name="Footer Placeholder 5">
            <a:extLst>
              <a:ext uri="{FF2B5EF4-FFF2-40B4-BE49-F238E27FC236}">
                <a16:creationId xmlns:a16="http://schemas.microsoft.com/office/drawing/2014/main" id="{595B46D7-EE7C-E399-6A6B-18237228F6B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F211B808-3207-D755-3B0B-E1D8814B2FA1}"/>
              </a:ext>
            </a:extLst>
          </p:cNvPr>
          <p:cNvSpPr>
            <a:spLocks noGrp="1"/>
          </p:cNvSpPr>
          <p:nvPr>
            <p:ph type="sldNum" sz="quarter" idx="12"/>
          </p:nvPr>
        </p:nvSpPr>
        <p:spPr/>
        <p:txBody>
          <a:bodyPr/>
          <a:lstStyle/>
          <a:p>
            <a:fld id="{6E91CC32-6A6B-4E2E-BBA1-6864F305DA26}" type="slidenum">
              <a:rPr lang="en-US" smtClean="0"/>
              <a:t>‹Nº›</a:t>
            </a:fld>
            <a:endParaRPr lang="en-US"/>
          </a:p>
        </p:txBody>
      </p:sp>
    </p:spTree>
    <p:extLst>
      <p:ext uri="{BB962C8B-B14F-4D97-AF65-F5344CB8AC3E}">
        <p14:creationId xmlns:p14="http://schemas.microsoft.com/office/powerpoint/2010/main" val="35754617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CDEBC-9F49-FA9D-D13C-DB380A6281E2}"/>
              </a:ext>
            </a:extLst>
          </p:cNvPr>
          <p:cNvSpPr>
            <a:spLocks noGrp="1"/>
          </p:cNvSpPr>
          <p:nvPr>
            <p:ph type="title"/>
          </p:nvPr>
        </p:nvSpPr>
        <p:spPr>
          <a:xfrm>
            <a:off x="308387" y="757451"/>
            <a:ext cx="10875953" cy="1214650"/>
          </a:xfrm>
        </p:spPr>
        <p:txBody>
          <a:bodyPr ancho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00CB13-23E6-D711-450C-A85A0CB99576}"/>
              </a:ext>
            </a:extLst>
          </p:cNvPr>
          <p:cNvSpPr>
            <a:spLocks noGrp="1"/>
          </p:cNvSpPr>
          <p:nvPr>
            <p:ph type="body" orient="vert" idx="1"/>
          </p:nvPr>
        </p:nvSpPr>
        <p:spPr>
          <a:xfrm>
            <a:off x="335467" y="1972101"/>
            <a:ext cx="10848873" cy="40476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089BB7B-5C14-76DB-FEA8-3DBC09A96516}"/>
              </a:ext>
            </a:extLst>
          </p:cNvPr>
          <p:cNvSpPr>
            <a:spLocks noGrp="1"/>
          </p:cNvSpPr>
          <p:nvPr>
            <p:ph type="dt" sz="half" idx="10"/>
          </p:nvPr>
        </p:nvSpPr>
        <p:spPr/>
        <p:txBody>
          <a:bodyPr/>
          <a:lstStyle/>
          <a:p>
            <a:fld id="{6BAD9902-F134-45BD-ABD2-80C28059B090}" type="datetime1">
              <a:rPr lang="en-US" smtClean="0"/>
              <a:t>8/22/2024</a:t>
            </a:fld>
            <a:endParaRPr lang="en-US"/>
          </a:p>
        </p:txBody>
      </p:sp>
      <p:sp>
        <p:nvSpPr>
          <p:cNvPr id="5" name="Footer Placeholder 4">
            <a:extLst>
              <a:ext uri="{FF2B5EF4-FFF2-40B4-BE49-F238E27FC236}">
                <a16:creationId xmlns:a16="http://schemas.microsoft.com/office/drawing/2014/main" id="{48BC13CC-29B3-9FDC-C746-D5D65CC2A5D3}"/>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AB52A12-895F-E9BE-5289-4E0411BD3F4B}"/>
              </a:ext>
            </a:extLst>
          </p:cNvPr>
          <p:cNvSpPr>
            <a:spLocks noGrp="1"/>
          </p:cNvSpPr>
          <p:nvPr>
            <p:ph type="sldNum" sz="quarter" idx="12"/>
          </p:nvPr>
        </p:nvSpPr>
        <p:spPr/>
        <p:txBody>
          <a:bodyPr/>
          <a:lstStyle/>
          <a:p>
            <a:fld id="{6E91CC32-6A6B-4E2E-BBA1-6864F305DA26}" type="slidenum">
              <a:rPr lang="en-US" smtClean="0"/>
              <a:t>‹Nº›</a:t>
            </a:fld>
            <a:endParaRPr lang="en-US"/>
          </a:p>
        </p:txBody>
      </p:sp>
    </p:spTree>
    <p:extLst>
      <p:ext uri="{BB962C8B-B14F-4D97-AF65-F5344CB8AC3E}">
        <p14:creationId xmlns:p14="http://schemas.microsoft.com/office/powerpoint/2010/main" val="35773657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A17614-2270-537D-8B09-6CB65016AD8F}"/>
              </a:ext>
            </a:extLst>
          </p:cNvPr>
          <p:cNvSpPr>
            <a:spLocks noGrp="1"/>
          </p:cNvSpPr>
          <p:nvPr>
            <p:ph type="title" orient="vert"/>
          </p:nvPr>
        </p:nvSpPr>
        <p:spPr>
          <a:xfrm>
            <a:off x="9359496" y="755981"/>
            <a:ext cx="2277552" cy="5338369"/>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0BC98B5-885C-CBB1-A858-76F65F7D28BD}"/>
              </a:ext>
            </a:extLst>
          </p:cNvPr>
          <p:cNvSpPr>
            <a:spLocks noGrp="1"/>
          </p:cNvSpPr>
          <p:nvPr>
            <p:ph type="body" orient="vert" idx="1"/>
          </p:nvPr>
        </p:nvSpPr>
        <p:spPr>
          <a:xfrm>
            <a:off x="838199" y="755981"/>
            <a:ext cx="8230086" cy="5338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CE5DAFE-6A83-FB7D-72DF-232EFE20424E}"/>
              </a:ext>
            </a:extLst>
          </p:cNvPr>
          <p:cNvSpPr>
            <a:spLocks noGrp="1"/>
          </p:cNvSpPr>
          <p:nvPr>
            <p:ph type="dt" sz="half" idx="10"/>
          </p:nvPr>
        </p:nvSpPr>
        <p:spPr/>
        <p:txBody>
          <a:bodyPr/>
          <a:lstStyle/>
          <a:p>
            <a:fld id="{C2B04DB0-379A-41B7-9B29-7F42F0D571D5}" type="datetime1">
              <a:rPr lang="en-US" smtClean="0"/>
              <a:t>8/22/2024</a:t>
            </a:fld>
            <a:endParaRPr lang="en-US"/>
          </a:p>
        </p:txBody>
      </p:sp>
      <p:sp>
        <p:nvSpPr>
          <p:cNvPr id="5" name="Footer Placeholder 4">
            <a:extLst>
              <a:ext uri="{FF2B5EF4-FFF2-40B4-BE49-F238E27FC236}">
                <a16:creationId xmlns:a16="http://schemas.microsoft.com/office/drawing/2014/main" id="{43B41CCF-A3CD-506E-3AAE-CAEFA8C1BB12}"/>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7420DD9D-25C2-0EDF-A6F4-71946D57B3CD}"/>
              </a:ext>
            </a:extLst>
          </p:cNvPr>
          <p:cNvSpPr>
            <a:spLocks noGrp="1"/>
          </p:cNvSpPr>
          <p:nvPr>
            <p:ph type="sldNum" sz="quarter" idx="12"/>
          </p:nvPr>
        </p:nvSpPr>
        <p:spPr/>
        <p:txBody>
          <a:bodyPr/>
          <a:lstStyle/>
          <a:p>
            <a:fld id="{6E91CC32-6A6B-4E2E-BBA1-6864F305DA26}" type="slidenum">
              <a:rPr lang="en-US" smtClean="0"/>
              <a:t>‹Nº›</a:t>
            </a:fld>
            <a:endParaRPr lang="en-US"/>
          </a:p>
        </p:txBody>
      </p:sp>
    </p:spTree>
    <p:extLst>
      <p:ext uri="{BB962C8B-B14F-4D97-AF65-F5344CB8AC3E}">
        <p14:creationId xmlns:p14="http://schemas.microsoft.com/office/powerpoint/2010/main" val="2465376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FF45E2-9197-4E34-029A-725ADAC0C752}"/>
              </a:ext>
            </a:extLst>
          </p:cNvPr>
          <p:cNvSpPr>
            <a:spLocks noGrp="1"/>
          </p:cNvSpPr>
          <p:nvPr>
            <p:ph type="title"/>
          </p:nvPr>
        </p:nvSpPr>
        <p:spPr>
          <a:xfrm>
            <a:off x="308387" y="620202"/>
            <a:ext cx="9956747" cy="143878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8CC19E-63FE-1D76-2550-01FD9A6D9A95}"/>
              </a:ext>
            </a:extLst>
          </p:cNvPr>
          <p:cNvSpPr>
            <a:spLocks noGrp="1"/>
          </p:cNvSpPr>
          <p:nvPr>
            <p:ph type="body" idx="1"/>
          </p:nvPr>
        </p:nvSpPr>
        <p:spPr>
          <a:xfrm>
            <a:off x="335467" y="2306781"/>
            <a:ext cx="9956747" cy="38701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BDFA067-55BA-33CD-E6F2-B24B2D5DE896}"/>
              </a:ext>
            </a:extLst>
          </p:cNvPr>
          <p:cNvSpPr>
            <a:spLocks noGrp="1"/>
          </p:cNvSpPr>
          <p:nvPr>
            <p:ph type="dt" sz="half" idx="2"/>
          </p:nvPr>
        </p:nvSpPr>
        <p:spPr>
          <a:xfrm>
            <a:off x="340137" y="63202"/>
            <a:ext cx="2743200" cy="318221"/>
          </a:xfrm>
          <a:prstGeom prst="rect">
            <a:avLst/>
          </a:prstGeom>
        </p:spPr>
        <p:txBody>
          <a:bodyPr vert="horz" lIns="91440" tIns="45720" rIns="91440" bIns="45720" rtlCol="0" anchor="ctr"/>
          <a:lstStyle>
            <a:lvl1pPr algn="l">
              <a:defRPr sz="800">
                <a:solidFill>
                  <a:schemeClr val="tx1"/>
                </a:solidFill>
              </a:defRPr>
            </a:lvl1pPr>
          </a:lstStyle>
          <a:p>
            <a:fld id="{567E9B64-DC09-41C8-9DE3-DA74AF8D2F97}" type="datetime1">
              <a:rPr lang="en-US" smtClean="0"/>
              <a:t>8/22/2024</a:t>
            </a:fld>
            <a:endParaRPr lang="en-US" dirty="0"/>
          </a:p>
        </p:txBody>
      </p:sp>
      <p:sp>
        <p:nvSpPr>
          <p:cNvPr id="5" name="Footer Placeholder 4">
            <a:extLst>
              <a:ext uri="{FF2B5EF4-FFF2-40B4-BE49-F238E27FC236}">
                <a16:creationId xmlns:a16="http://schemas.microsoft.com/office/drawing/2014/main" id="{C965EAE2-7EF5-FFAA-CD74-AA63C671197D}"/>
              </a:ext>
            </a:extLst>
          </p:cNvPr>
          <p:cNvSpPr>
            <a:spLocks noGrp="1"/>
          </p:cNvSpPr>
          <p:nvPr>
            <p:ph type="ftr" sz="quarter" idx="3"/>
          </p:nvPr>
        </p:nvSpPr>
        <p:spPr>
          <a:xfrm>
            <a:off x="7344016" y="6424761"/>
            <a:ext cx="4059936" cy="365125"/>
          </a:xfrm>
          <a:prstGeom prst="rect">
            <a:avLst/>
          </a:prstGeom>
        </p:spPr>
        <p:txBody>
          <a:bodyPr vert="horz" lIns="91440" tIns="45720" rIns="91440" bIns="45720" rtlCol="0" anchor="ctr"/>
          <a:lstStyle>
            <a:lvl1pPr algn="r">
              <a:defRPr sz="800" b="0" cap="all" spc="0" baseline="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D109DC1A-2539-3AE9-11EA-B87D22E62CDB}"/>
              </a:ext>
            </a:extLst>
          </p:cNvPr>
          <p:cNvSpPr>
            <a:spLocks noGrp="1"/>
          </p:cNvSpPr>
          <p:nvPr>
            <p:ph type="sldNum" sz="quarter" idx="4"/>
          </p:nvPr>
        </p:nvSpPr>
        <p:spPr>
          <a:xfrm>
            <a:off x="11403951" y="6425816"/>
            <a:ext cx="429768" cy="365125"/>
          </a:xfrm>
          <a:prstGeom prst="rect">
            <a:avLst/>
          </a:prstGeom>
        </p:spPr>
        <p:txBody>
          <a:bodyPr vert="horz" lIns="91440" tIns="45720" rIns="91440" bIns="45720" rtlCol="0" anchor="ctr"/>
          <a:lstStyle>
            <a:lvl1pPr algn="r">
              <a:defRPr sz="800">
                <a:solidFill>
                  <a:schemeClr val="tx1"/>
                </a:solidFill>
              </a:defRPr>
            </a:lvl1pPr>
          </a:lstStyle>
          <a:p>
            <a:fld id="{6E91CC32-6A6B-4E2E-BBA1-6864F305DA26}" type="slidenum">
              <a:rPr lang="en-US" smtClean="0"/>
              <a:t>‹Nº›</a:t>
            </a:fld>
            <a:endParaRPr lang="en-US" dirty="0"/>
          </a:p>
        </p:txBody>
      </p:sp>
    </p:spTree>
    <p:extLst>
      <p:ext uri="{BB962C8B-B14F-4D97-AF65-F5344CB8AC3E}">
        <p14:creationId xmlns:p14="http://schemas.microsoft.com/office/powerpoint/2010/main" val="3970983280"/>
      </p:ext>
    </p:extLst>
  </p:cSld>
  <p:clrMap bg1="dk1" tx1="lt1" bg2="dk2" tx2="lt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18" r:id="rId6"/>
    <p:sldLayoutId id="2147483714" r:id="rId7"/>
    <p:sldLayoutId id="2147483715" r:id="rId8"/>
    <p:sldLayoutId id="2147483716" r:id="rId9"/>
    <p:sldLayoutId id="2147483717" r:id="rId10"/>
    <p:sldLayoutId id="2147483719" r:id="rId11"/>
  </p:sldLayoutIdLs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6868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microsoft.com/office/2007/relationships/media" Target="../media/media1.mp4"/><Relationship Id="rId1" Type="http://schemas.openxmlformats.org/officeDocument/2006/relationships/video" Target="NULL" TargetMode="External"/><Relationship Id="rId4"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65BA6870-D03B-59F6-3B20-ECB878D96E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ACA7EEA1-1D57-8B53-01D1-9347298C3D3E}"/>
              </a:ext>
            </a:extLst>
          </p:cNvPr>
          <p:cNvSpPr>
            <a:spLocks noGrp="1"/>
          </p:cNvSpPr>
          <p:nvPr>
            <p:ph type="ctrTitle"/>
          </p:nvPr>
        </p:nvSpPr>
        <p:spPr>
          <a:xfrm>
            <a:off x="308388" y="5338112"/>
            <a:ext cx="6816312" cy="1337079"/>
          </a:xfrm>
        </p:spPr>
        <p:txBody>
          <a:bodyPr anchor="ctr">
            <a:normAutofit/>
          </a:bodyPr>
          <a:lstStyle/>
          <a:p>
            <a:r>
              <a:rPr lang="es-AR" sz="4000" dirty="0"/>
              <a:t>PATRONES</a:t>
            </a:r>
            <a:br>
              <a:rPr lang="es-AR" sz="4000" dirty="0"/>
            </a:br>
            <a:r>
              <a:rPr lang="es-AR" sz="2000" dirty="0"/>
              <a:t>Caballero Marisa</a:t>
            </a:r>
            <a:endParaRPr lang="es-ES" sz="4000" dirty="0"/>
          </a:p>
        </p:txBody>
      </p:sp>
      <p:sp>
        <p:nvSpPr>
          <p:cNvPr id="24" name="Freeform: Shape 23">
            <a:extLst>
              <a:ext uri="{FF2B5EF4-FFF2-40B4-BE49-F238E27FC236}">
                <a16:creationId xmlns:a16="http://schemas.microsoft.com/office/drawing/2014/main" id="{7007C44E-5608-5BA7-E07F-64016EA2A2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8" cy="5143500"/>
          </a:xfrm>
          <a:custGeom>
            <a:avLst/>
            <a:gdLst>
              <a:gd name="connsiteX0" fmla="*/ 0 w 12191998"/>
              <a:gd name="connsiteY0" fmla="*/ 0 h 5143500"/>
              <a:gd name="connsiteX1" fmla="*/ 12191998 w 12191998"/>
              <a:gd name="connsiteY1" fmla="*/ 0 h 5143500"/>
              <a:gd name="connsiteX2" fmla="*/ 12191998 w 12191998"/>
              <a:gd name="connsiteY2" fmla="*/ 4482569 h 5143500"/>
              <a:gd name="connsiteX3" fmla="*/ 11531067 w 12191998"/>
              <a:gd name="connsiteY3" fmla="*/ 5143500 h 5143500"/>
              <a:gd name="connsiteX4" fmla="*/ 660929 w 12191998"/>
              <a:gd name="connsiteY4" fmla="*/ 5143500 h 5143500"/>
              <a:gd name="connsiteX5" fmla="*/ 13426 w 12191998"/>
              <a:gd name="connsiteY5" fmla="*/ 4615770 h 5143500"/>
              <a:gd name="connsiteX6" fmla="*/ 0 w 12191998"/>
              <a:gd name="connsiteY6" fmla="*/ 4482591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1998" h="5143500">
                <a:moveTo>
                  <a:pt x="0" y="0"/>
                </a:moveTo>
                <a:lnTo>
                  <a:pt x="12191998" y="0"/>
                </a:lnTo>
                <a:lnTo>
                  <a:pt x="12191998" y="4482569"/>
                </a:lnTo>
                <a:cubicBezTo>
                  <a:pt x="12191998" y="4847591"/>
                  <a:pt x="11896089" y="5143500"/>
                  <a:pt x="11531067" y="5143500"/>
                </a:cubicBezTo>
                <a:lnTo>
                  <a:pt x="660929" y="5143500"/>
                </a:lnTo>
                <a:cubicBezTo>
                  <a:pt x="341535" y="5143500"/>
                  <a:pt x="75055" y="4916945"/>
                  <a:pt x="13426" y="4615770"/>
                </a:cubicBezTo>
                <a:lnTo>
                  <a:pt x="0" y="4482591"/>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7" name="Picture 2" descr="Dibujo de la cabeza&#10;&#10;Descripción generada automáticamente con confianza baja">
            <a:extLst>
              <a:ext uri="{FF2B5EF4-FFF2-40B4-BE49-F238E27FC236}">
                <a16:creationId xmlns:a16="http://schemas.microsoft.com/office/drawing/2014/main" id="{BA4393C0-DCE7-CD42-42C5-B80483F7107C}"/>
              </a:ext>
            </a:extLst>
          </p:cNvPr>
          <p:cNvPicPr>
            <a:picLocks noChangeAspect="1"/>
          </p:cNvPicPr>
          <p:nvPr/>
        </p:nvPicPr>
        <p:blipFill>
          <a:blip r:embed="rId2"/>
          <a:srcRect l="14628" r="18761"/>
          <a:stretch/>
        </p:blipFill>
        <p:spPr>
          <a:xfrm>
            <a:off x="4366284" y="624194"/>
            <a:ext cx="3459429" cy="3895111"/>
          </a:xfrm>
          <a:prstGeom prst="rect">
            <a:avLst/>
          </a:prstGeom>
        </p:spPr>
      </p:pic>
    </p:spTree>
    <p:extLst>
      <p:ext uri="{BB962C8B-B14F-4D97-AF65-F5344CB8AC3E}">
        <p14:creationId xmlns:p14="http://schemas.microsoft.com/office/powerpoint/2010/main" val="1806029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8CA9E9D-6A76-A56D-C4DE-0910EA8725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1" name="Freeform: Shape 20">
            <a:extLst>
              <a:ext uri="{FF2B5EF4-FFF2-40B4-BE49-F238E27FC236}">
                <a16:creationId xmlns:a16="http://schemas.microsoft.com/office/drawing/2014/main" id="{DFB7E5ED-F72A-DBA0-549D-BABA6DAC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406604"/>
          </a:xfrm>
          <a:custGeom>
            <a:avLst/>
            <a:gdLst>
              <a:gd name="connsiteX0" fmla="*/ 0 w 12192000"/>
              <a:gd name="connsiteY0" fmla="*/ 0 h 6858000"/>
              <a:gd name="connsiteX1" fmla="*/ 12192000 w 12192000"/>
              <a:gd name="connsiteY1" fmla="*/ 0 h 6858000"/>
              <a:gd name="connsiteX2" fmla="*/ 12192000 w 12192000"/>
              <a:gd name="connsiteY2" fmla="*/ 2406593 h 6858000"/>
              <a:gd name="connsiteX3" fmla="*/ 12178573 w 12192000"/>
              <a:gd name="connsiteY3" fmla="*/ 2273403 h 6858000"/>
              <a:gd name="connsiteX4" fmla="*/ 11531070 w 12192000"/>
              <a:gd name="connsiteY4" fmla="*/ 1745673 h 6858000"/>
              <a:gd name="connsiteX5" fmla="*/ 660932 w 12192000"/>
              <a:gd name="connsiteY5" fmla="*/ 1745673 h 6858000"/>
              <a:gd name="connsiteX6" fmla="*/ 1 w 12192000"/>
              <a:gd name="connsiteY6" fmla="*/ 2406604 h 6858000"/>
              <a:gd name="connsiteX7" fmla="*/ 1 w 12192000"/>
              <a:gd name="connsiteY7" fmla="*/ 6858000 h 6858000"/>
              <a:gd name="connsiteX8" fmla="*/ 0 w 12192000"/>
              <a:gd name="connsiteY8" fmla="*/ 6858000 h 6858000"/>
              <a:gd name="connsiteX0" fmla="*/ 0 w 12192000"/>
              <a:gd name="connsiteY0" fmla="*/ 0 h 6858000"/>
              <a:gd name="connsiteX1" fmla="*/ 12192000 w 12192000"/>
              <a:gd name="connsiteY1" fmla="*/ 0 h 6858000"/>
              <a:gd name="connsiteX2" fmla="*/ 12192000 w 12192000"/>
              <a:gd name="connsiteY2" fmla="*/ 2406593 h 6858000"/>
              <a:gd name="connsiteX3" fmla="*/ 12178573 w 12192000"/>
              <a:gd name="connsiteY3" fmla="*/ 2273403 h 6858000"/>
              <a:gd name="connsiteX4" fmla="*/ 11531070 w 12192000"/>
              <a:gd name="connsiteY4" fmla="*/ 1745673 h 6858000"/>
              <a:gd name="connsiteX5" fmla="*/ 660932 w 12192000"/>
              <a:gd name="connsiteY5" fmla="*/ 1745673 h 6858000"/>
              <a:gd name="connsiteX6" fmla="*/ 1 w 12192000"/>
              <a:gd name="connsiteY6" fmla="*/ 2406604 h 6858000"/>
              <a:gd name="connsiteX7" fmla="*/ 1 w 12192000"/>
              <a:gd name="connsiteY7" fmla="*/ 6858000 h 6858000"/>
              <a:gd name="connsiteX8" fmla="*/ 0 w 12192000"/>
              <a:gd name="connsiteY8" fmla="*/ 0 h 6858000"/>
              <a:gd name="connsiteX0" fmla="*/ 0 w 12192000"/>
              <a:gd name="connsiteY0" fmla="*/ 0 h 2406604"/>
              <a:gd name="connsiteX1" fmla="*/ 12192000 w 12192000"/>
              <a:gd name="connsiteY1" fmla="*/ 0 h 2406604"/>
              <a:gd name="connsiteX2" fmla="*/ 12192000 w 12192000"/>
              <a:gd name="connsiteY2" fmla="*/ 2406593 h 2406604"/>
              <a:gd name="connsiteX3" fmla="*/ 12178573 w 12192000"/>
              <a:gd name="connsiteY3" fmla="*/ 2273403 h 2406604"/>
              <a:gd name="connsiteX4" fmla="*/ 11531070 w 12192000"/>
              <a:gd name="connsiteY4" fmla="*/ 1745673 h 2406604"/>
              <a:gd name="connsiteX5" fmla="*/ 660932 w 12192000"/>
              <a:gd name="connsiteY5" fmla="*/ 1745673 h 2406604"/>
              <a:gd name="connsiteX6" fmla="*/ 1 w 12192000"/>
              <a:gd name="connsiteY6" fmla="*/ 2406604 h 2406604"/>
              <a:gd name="connsiteX7" fmla="*/ 0 w 12192000"/>
              <a:gd name="connsiteY7" fmla="*/ 0 h 2406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2406604">
                <a:moveTo>
                  <a:pt x="0" y="0"/>
                </a:moveTo>
                <a:lnTo>
                  <a:pt x="12192000" y="0"/>
                </a:lnTo>
                <a:lnTo>
                  <a:pt x="12192000" y="2406593"/>
                </a:lnTo>
                <a:lnTo>
                  <a:pt x="12178573" y="2273403"/>
                </a:lnTo>
                <a:cubicBezTo>
                  <a:pt x="12116944" y="1972228"/>
                  <a:pt x="11850464" y="1745673"/>
                  <a:pt x="11531070" y="1745673"/>
                </a:cubicBezTo>
                <a:lnTo>
                  <a:pt x="660932" y="1745673"/>
                </a:lnTo>
                <a:cubicBezTo>
                  <a:pt x="295910" y="1745673"/>
                  <a:pt x="1" y="2041582"/>
                  <a:pt x="1" y="2406604"/>
                </a:cubicBezTo>
                <a:cubicBezTo>
                  <a:pt x="1" y="1604403"/>
                  <a:pt x="0" y="802201"/>
                  <a:pt x="0" y="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638883D7-3884-DC13-E6ED-A9EC92803EC8}"/>
              </a:ext>
            </a:extLst>
          </p:cNvPr>
          <p:cNvSpPr>
            <a:spLocks noGrp="1"/>
          </p:cNvSpPr>
          <p:nvPr>
            <p:ph type="title"/>
          </p:nvPr>
        </p:nvSpPr>
        <p:spPr>
          <a:xfrm>
            <a:off x="969818" y="264120"/>
            <a:ext cx="9095508" cy="1343007"/>
          </a:xfrm>
        </p:spPr>
        <p:txBody>
          <a:bodyPr anchor="ctr">
            <a:normAutofit/>
          </a:bodyPr>
          <a:lstStyle/>
          <a:p>
            <a:r>
              <a:rPr lang="es-AR"/>
              <a:t>PATRONES</a:t>
            </a:r>
            <a:endParaRPr lang="es-ES"/>
          </a:p>
        </p:txBody>
      </p:sp>
      <p:sp>
        <p:nvSpPr>
          <p:cNvPr id="4" name="Marcador de fecha 3">
            <a:extLst>
              <a:ext uri="{FF2B5EF4-FFF2-40B4-BE49-F238E27FC236}">
                <a16:creationId xmlns:a16="http://schemas.microsoft.com/office/drawing/2014/main" id="{C0F1CC7E-6F49-8798-BB79-E96215485FE2}"/>
              </a:ext>
            </a:extLst>
          </p:cNvPr>
          <p:cNvSpPr>
            <a:spLocks noGrp="1"/>
          </p:cNvSpPr>
          <p:nvPr>
            <p:ph type="dt" sz="half" idx="10"/>
          </p:nvPr>
        </p:nvSpPr>
        <p:spPr>
          <a:xfrm>
            <a:off x="340137" y="63202"/>
            <a:ext cx="2743200" cy="318221"/>
          </a:xfrm>
        </p:spPr>
        <p:txBody>
          <a:bodyPr>
            <a:normAutofit/>
          </a:bodyPr>
          <a:lstStyle/>
          <a:p>
            <a:pPr>
              <a:spcAft>
                <a:spcPts val="600"/>
              </a:spcAft>
            </a:pPr>
            <a:fld id="{0F996519-E62D-4F8C-AE1E-36928EC7D15C}" type="datetime1">
              <a:rPr lang="en-US"/>
              <a:pPr>
                <a:spcAft>
                  <a:spcPts val="600"/>
                </a:spcAft>
              </a:pPr>
              <a:t>8/22/2024</a:t>
            </a:fld>
            <a:endParaRPr lang="en-US"/>
          </a:p>
        </p:txBody>
      </p:sp>
      <p:sp>
        <p:nvSpPr>
          <p:cNvPr id="3" name="Marcador de contenido 2">
            <a:extLst>
              <a:ext uri="{FF2B5EF4-FFF2-40B4-BE49-F238E27FC236}">
                <a16:creationId xmlns:a16="http://schemas.microsoft.com/office/drawing/2014/main" id="{F240AEEF-6EFA-CFB9-518E-839114EFFB4E}"/>
              </a:ext>
            </a:extLst>
          </p:cNvPr>
          <p:cNvSpPr>
            <a:spLocks noGrp="1"/>
          </p:cNvSpPr>
          <p:nvPr>
            <p:ph idx="1"/>
          </p:nvPr>
        </p:nvSpPr>
        <p:spPr>
          <a:xfrm>
            <a:off x="128338" y="2069432"/>
            <a:ext cx="6513094" cy="4109695"/>
          </a:xfrm>
        </p:spPr>
        <p:txBody>
          <a:bodyPr anchor="ctr">
            <a:normAutofit/>
          </a:bodyPr>
          <a:lstStyle/>
          <a:p>
            <a:pPr marL="0" indent="0">
              <a:buNone/>
            </a:pPr>
            <a:r>
              <a:rPr lang="es-419" sz="2400" dirty="0">
                <a:solidFill>
                  <a:schemeClr val="bg1"/>
                </a:solidFill>
              </a:rPr>
              <a:t>Son soluciones </a:t>
            </a:r>
            <a:r>
              <a:rPr lang="es-419" sz="2400" b="1" dirty="0">
                <a:solidFill>
                  <a:schemeClr val="bg1"/>
                </a:solidFill>
              </a:rPr>
              <a:t>comprobadas</a:t>
            </a:r>
            <a:r>
              <a:rPr lang="es-419" sz="2400" dirty="0">
                <a:solidFill>
                  <a:schemeClr val="bg1"/>
                </a:solidFill>
              </a:rPr>
              <a:t> y </a:t>
            </a:r>
            <a:r>
              <a:rPr lang="es-419" sz="2400" b="1" dirty="0">
                <a:solidFill>
                  <a:schemeClr val="bg1"/>
                </a:solidFill>
              </a:rPr>
              <a:t>reutilizables</a:t>
            </a:r>
            <a:r>
              <a:rPr lang="es-419" sz="2400" dirty="0">
                <a:solidFill>
                  <a:schemeClr val="bg1"/>
                </a:solidFill>
              </a:rPr>
              <a:t> para problemas comunes que surgen durante el desarrollo de software. Estos patrones ofrecen enfoques estándar para resolver problemas específicos de diseño, permitiendo que los desarrolladores apliquen estas soluciones repetidamente en diferentes proyectos.</a:t>
            </a:r>
            <a:endParaRPr lang="es-ES" sz="2400" dirty="0">
              <a:solidFill>
                <a:schemeClr val="bg1"/>
              </a:solidFill>
            </a:endParaRPr>
          </a:p>
        </p:txBody>
      </p:sp>
      <p:pic>
        <p:nvPicPr>
          <p:cNvPr id="8" name="Picture 7" descr="Un diseño patrón de mobiliario">
            <a:extLst>
              <a:ext uri="{FF2B5EF4-FFF2-40B4-BE49-F238E27FC236}">
                <a16:creationId xmlns:a16="http://schemas.microsoft.com/office/drawing/2014/main" id="{37F9FEB8-6344-22DF-CC85-0572686BFD8C}"/>
              </a:ext>
            </a:extLst>
          </p:cNvPr>
          <p:cNvPicPr>
            <a:picLocks noChangeAspect="1"/>
          </p:cNvPicPr>
          <p:nvPr/>
        </p:nvPicPr>
        <p:blipFill>
          <a:blip r:embed="rId3"/>
          <a:srcRect t="7130" b="8081"/>
          <a:stretch/>
        </p:blipFill>
        <p:spPr>
          <a:xfrm>
            <a:off x="6892212" y="3048815"/>
            <a:ext cx="4460033" cy="2514774"/>
          </a:xfrm>
          <a:prstGeom prst="rect">
            <a:avLst/>
          </a:prstGeom>
        </p:spPr>
      </p:pic>
      <p:sp>
        <p:nvSpPr>
          <p:cNvPr id="6" name="Marcador de número de diapositiva 5">
            <a:extLst>
              <a:ext uri="{FF2B5EF4-FFF2-40B4-BE49-F238E27FC236}">
                <a16:creationId xmlns:a16="http://schemas.microsoft.com/office/drawing/2014/main" id="{FC508F28-C962-040D-F6C9-87282B6BB4E2}"/>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a:solidFill>
                  <a:schemeClr val="bg1"/>
                </a:solidFill>
              </a:rPr>
              <a:pPr>
                <a:spcAft>
                  <a:spcPts val="600"/>
                </a:spcAft>
              </a:pPr>
              <a:t>2</a:t>
            </a:fld>
            <a:endParaRPr lang="en-US">
              <a:solidFill>
                <a:schemeClr val="bg1"/>
              </a:solidFill>
            </a:endParaRPr>
          </a:p>
        </p:txBody>
      </p:sp>
    </p:spTree>
    <p:extLst>
      <p:ext uri="{BB962C8B-B14F-4D97-AF65-F5344CB8AC3E}">
        <p14:creationId xmlns:p14="http://schemas.microsoft.com/office/powerpoint/2010/main" val="25366653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pattFill prst="pct5">
          <a:fgClr>
            <a:schemeClr val="tx1"/>
          </a:fgClr>
          <a:bgClr>
            <a:schemeClr val="tx1"/>
          </a:bgClr>
        </a:patt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E3F7D3-307A-1DC9-D7F1-2B1E280040C5}"/>
              </a:ext>
            </a:extLst>
          </p:cNvPr>
          <p:cNvSpPr>
            <a:spLocks noGrp="1"/>
          </p:cNvSpPr>
          <p:nvPr>
            <p:ph type="title"/>
          </p:nvPr>
        </p:nvSpPr>
        <p:spPr/>
        <p:txBody>
          <a:bodyPr/>
          <a:lstStyle/>
          <a:p>
            <a:r>
              <a:rPr lang="es-AR" dirty="0">
                <a:solidFill>
                  <a:schemeClr val="bg1"/>
                </a:solidFill>
              </a:rPr>
              <a:t>PATRONES</a:t>
            </a:r>
            <a:endParaRPr lang="es-ES" dirty="0">
              <a:solidFill>
                <a:schemeClr val="bg1"/>
              </a:solidFill>
            </a:endParaRPr>
          </a:p>
        </p:txBody>
      </p:sp>
      <p:graphicFrame>
        <p:nvGraphicFramePr>
          <p:cNvPr id="7" name="Marcador de contenido 6">
            <a:extLst>
              <a:ext uri="{FF2B5EF4-FFF2-40B4-BE49-F238E27FC236}">
                <a16:creationId xmlns:a16="http://schemas.microsoft.com/office/drawing/2014/main" id="{44FD2B65-1140-8368-7ED9-48CC05E015DD}"/>
              </a:ext>
            </a:extLst>
          </p:cNvPr>
          <p:cNvGraphicFramePr>
            <a:graphicFrameLocks noGrp="1"/>
          </p:cNvGraphicFramePr>
          <p:nvPr>
            <p:ph idx="1"/>
            <p:extLst>
              <p:ext uri="{D42A27DB-BD31-4B8C-83A1-F6EECF244321}">
                <p14:modId xmlns:p14="http://schemas.microsoft.com/office/powerpoint/2010/main" val="924638098"/>
              </p:ext>
            </p:extLst>
          </p:nvPr>
        </p:nvGraphicFramePr>
        <p:xfrm>
          <a:off x="972776" y="2297761"/>
          <a:ext cx="9956747" cy="387018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Marcador de fecha 3">
            <a:extLst>
              <a:ext uri="{FF2B5EF4-FFF2-40B4-BE49-F238E27FC236}">
                <a16:creationId xmlns:a16="http://schemas.microsoft.com/office/drawing/2014/main" id="{18BD370E-F233-FCC1-946B-F7B0C284BE0D}"/>
              </a:ext>
            </a:extLst>
          </p:cNvPr>
          <p:cNvSpPr>
            <a:spLocks noGrp="1"/>
          </p:cNvSpPr>
          <p:nvPr>
            <p:ph type="dt" sz="half" idx="10"/>
          </p:nvPr>
        </p:nvSpPr>
        <p:spPr/>
        <p:txBody>
          <a:bodyPr/>
          <a:lstStyle/>
          <a:p>
            <a:fld id="{0F996519-E62D-4F8C-AE1E-36928EC7D15C}" type="datetime1">
              <a:rPr lang="en-US" smtClean="0">
                <a:solidFill>
                  <a:schemeClr val="bg1"/>
                </a:solidFill>
              </a:rPr>
              <a:t>8/22/2024</a:t>
            </a:fld>
            <a:endParaRPr lang="en-US">
              <a:solidFill>
                <a:schemeClr val="bg1"/>
              </a:solidFill>
            </a:endParaRPr>
          </a:p>
        </p:txBody>
      </p:sp>
      <p:sp>
        <p:nvSpPr>
          <p:cNvPr id="6" name="Marcador de número de diapositiva 5">
            <a:extLst>
              <a:ext uri="{FF2B5EF4-FFF2-40B4-BE49-F238E27FC236}">
                <a16:creationId xmlns:a16="http://schemas.microsoft.com/office/drawing/2014/main" id="{1E68B271-B912-A175-0A43-2E30B0251CCA}"/>
              </a:ext>
            </a:extLst>
          </p:cNvPr>
          <p:cNvSpPr>
            <a:spLocks noGrp="1"/>
          </p:cNvSpPr>
          <p:nvPr>
            <p:ph type="sldNum" sz="quarter" idx="12"/>
          </p:nvPr>
        </p:nvSpPr>
        <p:spPr/>
        <p:txBody>
          <a:bodyPr/>
          <a:lstStyle/>
          <a:p>
            <a:fld id="{6E91CC32-6A6B-4E2E-BBA1-6864F305DA26}" type="slidenum">
              <a:rPr lang="en-US" smtClean="0">
                <a:solidFill>
                  <a:schemeClr val="bg1"/>
                </a:solidFill>
              </a:rPr>
              <a:t>3</a:t>
            </a:fld>
            <a:endParaRPr lang="en-US" dirty="0">
              <a:solidFill>
                <a:schemeClr val="bg1"/>
              </a:solidFill>
            </a:endParaRPr>
          </a:p>
        </p:txBody>
      </p:sp>
    </p:spTree>
    <p:extLst>
      <p:ext uri="{BB962C8B-B14F-4D97-AF65-F5344CB8AC3E}">
        <p14:creationId xmlns:p14="http://schemas.microsoft.com/office/powerpoint/2010/main" val="5411498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8CA9E9D-6A76-A56D-C4DE-0910EA8725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Freeform: Shape 14">
            <a:extLst>
              <a:ext uri="{FF2B5EF4-FFF2-40B4-BE49-F238E27FC236}">
                <a16:creationId xmlns:a16="http://schemas.microsoft.com/office/drawing/2014/main" id="{DFB7E5ED-F72A-DBA0-549D-BABA6DAC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406604"/>
          </a:xfrm>
          <a:custGeom>
            <a:avLst/>
            <a:gdLst>
              <a:gd name="connsiteX0" fmla="*/ 0 w 12192000"/>
              <a:gd name="connsiteY0" fmla="*/ 0 h 6858000"/>
              <a:gd name="connsiteX1" fmla="*/ 12192000 w 12192000"/>
              <a:gd name="connsiteY1" fmla="*/ 0 h 6858000"/>
              <a:gd name="connsiteX2" fmla="*/ 12192000 w 12192000"/>
              <a:gd name="connsiteY2" fmla="*/ 2406593 h 6858000"/>
              <a:gd name="connsiteX3" fmla="*/ 12178573 w 12192000"/>
              <a:gd name="connsiteY3" fmla="*/ 2273403 h 6858000"/>
              <a:gd name="connsiteX4" fmla="*/ 11531070 w 12192000"/>
              <a:gd name="connsiteY4" fmla="*/ 1745673 h 6858000"/>
              <a:gd name="connsiteX5" fmla="*/ 660932 w 12192000"/>
              <a:gd name="connsiteY5" fmla="*/ 1745673 h 6858000"/>
              <a:gd name="connsiteX6" fmla="*/ 1 w 12192000"/>
              <a:gd name="connsiteY6" fmla="*/ 2406604 h 6858000"/>
              <a:gd name="connsiteX7" fmla="*/ 1 w 12192000"/>
              <a:gd name="connsiteY7" fmla="*/ 6858000 h 6858000"/>
              <a:gd name="connsiteX8" fmla="*/ 0 w 12192000"/>
              <a:gd name="connsiteY8" fmla="*/ 6858000 h 6858000"/>
              <a:gd name="connsiteX0" fmla="*/ 0 w 12192000"/>
              <a:gd name="connsiteY0" fmla="*/ 0 h 6858000"/>
              <a:gd name="connsiteX1" fmla="*/ 12192000 w 12192000"/>
              <a:gd name="connsiteY1" fmla="*/ 0 h 6858000"/>
              <a:gd name="connsiteX2" fmla="*/ 12192000 w 12192000"/>
              <a:gd name="connsiteY2" fmla="*/ 2406593 h 6858000"/>
              <a:gd name="connsiteX3" fmla="*/ 12178573 w 12192000"/>
              <a:gd name="connsiteY3" fmla="*/ 2273403 h 6858000"/>
              <a:gd name="connsiteX4" fmla="*/ 11531070 w 12192000"/>
              <a:gd name="connsiteY4" fmla="*/ 1745673 h 6858000"/>
              <a:gd name="connsiteX5" fmla="*/ 660932 w 12192000"/>
              <a:gd name="connsiteY5" fmla="*/ 1745673 h 6858000"/>
              <a:gd name="connsiteX6" fmla="*/ 1 w 12192000"/>
              <a:gd name="connsiteY6" fmla="*/ 2406604 h 6858000"/>
              <a:gd name="connsiteX7" fmla="*/ 1 w 12192000"/>
              <a:gd name="connsiteY7" fmla="*/ 6858000 h 6858000"/>
              <a:gd name="connsiteX8" fmla="*/ 0 w 12192000"/>
              <a:gd name="connsiteY8" fmla="*/ 0 h 6858000"/>
              <a:gd name="connsiteX0" fmla="*/ 0 w 12192000"/>
              <a:gd name="connsiteY0" fmla="*/ 0 h 2406604"/>
              <a:gd name="connsiteX1" fmla="*/ 12192000 w 12192000"/>
              <a:gd name="connsiteY1" fmla="*/ 0 h 2406604"/>
              <a:gd name="connsiteX2" fmla="*/ 12192000 w 12192000"/>
              <a:gd name="connsiteY2" fmla="*/ 2406593 h 2406604"/>
              <a:gd name="connsiteX3" fmla="*/ 12178573 w 12192000"/>
              <a:gd name="connsiteY3" fmla="*/ 2273403 h 2406604"/>
              <a:gd name="connsiteX4" fmla="*/ 11531070 w 12192000"/>
              <a:gd name="connsiteY4" fmla="*/ 1745673 h 2406604"/>
              <a:gd name="connsiteX5" fmla="*/ 660932 w 12192000"/>
              <a:gd name="connsiteY5" fmla="*/ 1745673 h 2406604"/>
              <a:gd name="connsiteX6" fmla="*/ 1 w 12192000"/>
              <a:gd name="connsiteY6" fmla="*/ 2406604 h 2406604"/>
              <a:gd name="connsiteX7" fmla="*/ 0 w 12192000"/>
              <a:gd name="connsiteY7" fmla="*/ 0 h 2406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2406604">
                <a:moveTo>
                  <a:pt x="0" y="0"/>
                </a:moveTo>
                <a:lnTo>
                  <a:pt x="12192000" y="0"/>
                </a:lnTo>
                <a:lnTo>
                  <a:pt x="12192000" y="2406593"/>
                </a:lnTo>
                <a:lnTo>
                  <a:pt x="12178573" y="2273403"/>
                </a:lnTo>
                <a:cubicBezTo>
                  <a:pt x="12116944" y="1972228"/>
                  <a:pt x="11850464" y="1745673"/>
                  <a:pt x="11531070" y="1745673"/>
                </a:cubicBezTo>
                <a:lnTo>
                  <a:pt x="660932" y="1745673"/>
                </a:lnTo>
                <a:cubicBezTo>
                  <a:pt x="295910" y="1745673"/>
                  <a:pt x="1" y="2041582"/>
                  <a:pt x="1" y="2406604"/>
                </a:cubicBezTo>
                <a:cubicBezTo>
                  <a:pt x="1" y="1604403"/>
                  <a:pt x="0" y="802201"/>
                  <a:pt x="0" y="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E95DDACD-1FC3-A9C9-847B-6D7DC56FFBA8}"/>
              </a:ext>
            </a:extLst>
          </p:cNvPr>
          <p:cNvSpPr>
            <a:spLocks noGrp="1"/>
          </p:cNvSpPr>
          <p:nvPr>
            <p:ph type="title"/>
          </p:nvPr>
        </p:nvSpPr>
        <p:spPr>
          <a:xfrm>
            <a:off x="969818" y="264120"/>
            <a:ext cx="9095508" cy="1343007"/>
          </a:xfrm>
        </p:spPr>
        <p:txBody>
          <a:bodyPr anchor="ctr">
            <a:normAutofit/>
          </a:bodyPr>
          <a:lstStyle/>
          <a:p>
            <a:r>
              <a:rPr lang="es-AR"/>
              <a:t>PATRONES CREACIONALES</a:t>
            </a:r>
            <a:endParaRPr lang="es-ES"/>
          </a:p>
        </p:txBody>
      </p:sp>
      <p:sp>
        <p:nvSpPr>
          <p:cNvPr id="4" name="Marcador de fecha 3">
            <a:extLst>
              <a:ext uri="{FF2B5EF4-FFF2-40B4-BE49-F238E27FC236}">
                <a16:creationId xmlns:a16="http://schemas.microsoft.com/office/drawing/2014/main" id="{3F18F17F-8C2F-4534-601B-523EE019BE7B}"/>
              </a:ext>
            </a:extLst>
          </p:cNvPr>
          <p:cNvSpPr>
            <a:spLocks noGrp="1"/>
          </p:cNvSpPr>
          <p:nvPr>
            <p:ph type="dt" sz="half" idx="10"/>
          </p:nvPr>
        </p:nvSpPr>
        <p:spPr>
          <a:xfrm>
            <a:off x="340137" y="63202"/>
            <a:ext cx="2743200" cy="318221"/>
          </a:xfrm>
        </p:spPr>
        <p:txBody>
          <a:bodyPr>
            <a:normAutofit/>
          </a:bodyPr>
          <a:lstStyle/>
          <a:p>
            <a:pPr>
              <a:spcAft>
                <a:spcPts val="600"/>
              </a:spcAft>
            </a:pPr>
            <a:fld id="{0F996519-E62D-4F8C-AE1E-36928EC7D15C}" type="datetime1">
              <a:rPr lang="en-US" smtClean="0"/>
              <a:pPr>
                <a:spcAft>
                  <a:spcPts val="600"/>
                </a:spcAft>
              </a:pPr>
              <a:t>8/22/2024</a:t>
            </a:fld>
            <a:endParaRPr lang="en-US"/>
          </a:p>
        </p:txBody>
      </p:sp>
      <p:sp>
        <p:nvSpPr>
          <p:cNvPr id="3" name="Marcador de contenido 2">
            <a:extLst>
              <a:ext uri="{FF2B5EF4-FFF2-40B4-BE49-F238E27FC236}">
                <a16:creationId xmlns:a16="http://schemas.microsoft.com/office/drawing/2014/main" id="{0BDCE416-0290-B84A-0D27-7B324F58FB38}"/>
              </a:ext>
            </a:extLst>
          </p:cNvPr>
          <p:cNvSpPr>
            <a:spLocks noGrp="1"/>
          </p:cNvSpPr>
          <p:nvPr>
            <p:ph idx="1"/>
          </p:nvPr>
        </p:nvSpPr>
        <p:spPr>
          <a:xfrm>
            <a:off x="340137" y="2469806"/>
            <a:ext cx="7368763" cy="3786286"/>
          </a:xfrm>
        </p:spPr>
        <p:txBody>
          <a:bodyPr anchor="ctr">
            <a:normAutofit/>
          </a:bodyPr>
          <a:lstStyle/>
          <a:p>
            <a:r>
              <a:rPr lang="es-419" sz="2400" dirty="0">
                <a:solidFill>
                  <a:schemeClr val="bg1"/>
                </a:solidFill>
              </a:rPr>
              <a:t>Centrados en el proceso de </a:t>
            </a:r>
            <a:r>
              <a:rPr lang="es-419" sz="2400" b="1" dirty="0">
                <a:solidFill>
                  <a:schemeClr val="bg1"/>
                </a:solidFill>
              </a:rPr>
              <a:t>creación de objetos</a:t>
            </a:r>
            <a:r>
              <a:rPr lang="es-419" sz="2400" dirty="0">
                <a:solidFill>
                  <a:schemeClr val="bg1"/>
                </a:solidFill>
              </a:rPr>
              <a:t>. Ayudar a crear instancias de clases de una manera que sea adecuada para la situación, facilitando la reutilización de código y la flexibilidad en la creación de objetos.</a:t>
            </a:r>
          </a:p>
        </p:txBody>
      </p:sp>
      <p:pic>
        <p:nvPicPr>
          <p:cNvPr id="10" name="Graphic 9" descr="Aula de clases">
            <a:extLst>
              <a:ext uri="{FF2B5EF4-FFF2-40B4-BE49-F238E27FC236}">
                <a16:creationId xmlns:a16="http://schemas.microsoft.com/office/drawing/2014/main" id="{778004E7-EED5-F48C-FA42-C1CFB250F53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23548" y="2607522"/>
            <a:ext cx="3397361" cy="3397361"/>
          </a:xfrm>
          <a:prstGeom prst="rect">
            <a:avLst/>
          </a:prstGeom>
        </p:spPr>
      </p:pic>
      <p:sp>
        <p:nvSpPr>
          <p:cNvPr id="6" name="Marcador de número de diapositiva 5">
            <a:extLst>
              <a:ext uri="{FF2B5EF4-FFF2-40B4-BE49-F238E27FC236}">
                <a16:creationId xmlns:a16="http://schemas.microsoft.com/office/drawing/2014/main" id="{A6F203DF-80EB-D04E-56A1-6B84BCC2E3E2}"/>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smtClean="0">
                <a:solidFill>
                  <a:schemeClr val="bg1"/>
                </a:solidFill>
              </a:rPr>
              <a:pPr>
                <a:spcAft>
                  <a:spcPts val="600"/>
                </a:spcAft>
              </a:pPr>
              <a:t>4</a:t>
            </a:fld>
            <a:endParaRPr lang="en-US">
              <a:solidFill>
                <a:schemeClr val="bg1"/>
              </a:solidFill>
            </a:endParaRPr>
          </a:p>
        </p:txBody>
      </p:sp>
    </p:spTree>
    <p:extLst>
      <p:ext uri="{BB962C8B-B14F-4D97-AF65-F5344CB8AC3E}">
        <p14:creationId xmlns:p14="http://schemas.microsoft.com/office/powerpoint/2010/main" val="493653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F1F1F"/>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775292A-879D-5AD9-4F3B-E603DC0660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D6ED5F3-485A-D335-FB23-3204B106E01A}"/>
              </a:ext>
            </a:extLst>
          </p:cNvPr>
          <p:cNvSpPr>
            <a:spLocks noGrp="1"/>
          </p:cNvSpPr>
          <p:nvPr>
            <p:ph type="title"/>
          </p:nvPr>
        </p:nvSpPr>
        <p:spPr>
          <a:xfrm>
            <a:off x="419100" y="442311"/>
            <a:ext cx="4806615" cy="1970600"/>
          </a:xfrm>
        </p:spPr>
        <p:txBody>
          <a:bodyPr anchor="t">
            <a:normAutofit/>
          </a:bodyPr>
          <a:lstStyle/>
          <a:p>
            <a:r>
              <a:rPr lang="es-AR" dirty="0"/>
              <a:t>FACTORY METHOD</a:t>
            </a:r>
            <a:endParaRPr lang="es-ES" dirty="0"/>
          </a:p>
        </p:txBody>
      </p:sp>
      <p:sp>
        <p:nvSpPr>
          <p:cNvPr id="4" name="Marcador de fecha 3">
            <a:extLst>
              <a:ext uri="{FF2B5EF4-FFF2-40B4-BE49-F238E27FC236}">
                <a16:creationId xmlns:a16="http://schemas.microsoft.com/office/drawing/2014/main" id="{86A71BFA-9FA4-7ABB-B911-F4FB7FB6955A}"/>
              </a:ext>
            </a:extLst>
          </p:cNvPr>
          <p:cNvSpPr>
            <a:spLocks noGrp="1"/>
          </p:cNvSpPr>
          <p:nvPr>
            <p:ph type="dt" sz="half" idx="10"/>
          </p:nvPr>
        </p:nvSpPr>
        <p:spPr>
          <a:xfrm>
            <a:off x="340137" y="63202"/>
            <a:ext cx="2743200" cy="318221"/>
          </a:xfrm>
        </p:spPr>
        <p:txBody>
          <a:bodyPr>
            <a:normAutofit/>
          </a:bodyPr>
          <a:lstStyle/>
          <a:p>
            <a:pPr>
              <a:spcAft>
                <a:spcPts val="600"/>
              </a:spcAft>
            </a:pPr>
            <a:fld id="{0F996519-E62D-4F8C-AE1E-36928EC7D15C}" type="datetime1">
              <a:rPr lang="en-US" smtClean="0"/>
              <a:pPr>
                <a:spcAft>
                  <a:spcPts val="600"/>
                </a:spcAft>
              </a:pPr>
              <a:t>8/22/2024</a:t>
            </a:fld>
            <a:endParaRPr lang="en-US"/>
          </a:p>
        </p:txBody>
      </p:sp>
      <p:pic>
        <p:nvPicPr>
          <p:cNvPr id="7" name="Imagen 6" descr="Diagrama&#10;&#10;Descripción generada automáticamente">
            <a:extLst>
              <a:ext uri="{FF2B5EF4-FFF2-40B4-BE49-F238E27FC236}">
                <a16:creationId xmlns:a16="http://schemas.microsoft.com/office/drawing/2014/main" id="{A66028DE-CBD6-AA26-CCE1-014E69A8FD00}"/>
              </a:ext>
            </a:extLst>
          </p:cNvPr>
          <p:cNvPicPr>
            <a:picLocks noChangeAspect="1"/>
          </p:cNvPicPr>
          <p:nvPr/>
        </p:nvPicPr>
        <p:blipFill>
          <a:blip r:embed="rId2"/>
          <a:srcRect t="5205" r="2" b="1723"/>
          <a:stretch/>
        </p:blipFill>
        <p:spPr>
          <a:xfrm>
            <a:off x="292099" y="2412911"/>
            <a:ext cx="5283201" cy="3319165"/>
          </a:xfrm>
          <a:custGeom>
            <a:avLst/>
            <a:gdLst/>
            <a:ahLst/>
            <a:cxnLst/>
            <a:rect l="l" t="t" r="r" b="b"/>
            <a:pathLst>
              <a:path w="4686299" h="2944162">
                <a:moveTo>
                  <a:pt x="490703" y="0"/>
                </a:moveTo>
                <a:lnTo>
                  <a:pt x="4195596" y="0"/>
                </a:lnTo>
                <a:cubicBezTo>
                  <a:pt x="4466604" y="0"/>
                  <a:pt x="4686299" y="219695"/>
                  <a:pt x="4686299" y="490703"/>
                </a:cubicBezTo>
                <a:lnTo>
                  <a:pt x="4686299" y="2453459"/>
                </a:lnTo>
                <a:cubicBezTo>
                  <a:pt x="4686299" y="2724467"/>
                  <a:pt x="4466604" y="2944162"/>
                  <a:pt x="4195596" y="2944162"/>
                </a:cubicBezTo>
                <a:lnTo>
                  <a:pt x="490703" y="2944162"/>
                </a:lnTo>
                <a:cubicBezTo>
                  <a:pt x="219695" y="2944162"/>
                  <a:pt x="0" y="2724467"/>
                  <a:pt x="0" y="2453459"/>
                </a:cubicBezTo>
                <a:lnTo>
                  <a:pt x="0" y="490703"/>
                </a:lnTo>
                <a:cubicBezTo>
                  <a:pt x="0" y="219695"/>
                  <a:pt x="219695" y="0"/>
                  <a:pt x="490703" y="0"/>
                </a:cubicBezTo>
                <a:close/>
              </a:path>
            </a:pathLst>
          </a:custGeom>
        </p:spPr>
      </p:pic>
      <p:sp>
        <p:nvSpPr>
          <p:cNvPr id="3" name="Marcador de contenido 2">
            <a:extLst>
              <a:ext uri="{FF2B5EF4-FFF2-40B4-BE49-F238E27FC236}">
                <a16:creationId xmlns:a16="http://schemas.microsoft.com/office/drawing/2014/main" id="{83C2915B-E520-5FD2-CFD4-49239C36CF19}"/>
              </a:ext>
            </a:extLst>
          </p:cNvPr>
          <p:cNvSpPr>
            <a:spLocks noGrp="1"/>
          </p:cNvSpPr>
          <p:nvPr>
            <p:ph idx="1"/>
          </p:nvPr>
        </p:nvSpPr>
        <p:spPr>
          <a:xfrm>
            <a:off x="6138206" y="222312"/>
            <a:ext cx="5940917" cy="2850289"/>
          </a:xfrm>
        </p:spPr>
        <p:txBody>
          <a:bodyPr anchor="t">
            <a:normAutofit fontScale="70000" lnSpcReduction="20000"/>
          </a:bodyPr>
          <a:lstStyle/>
          <a:p>
            <a:r>
              <a:rPr lang="es-AR" sz="2400" dirty="0">
                <a:effectLst/>
                <a:latin typeface="Arial" panose="020B0604020202020204" pitchFamily="34" charset="0"/>
                <a:ea typeface="Aptos" panose="020B0004020202020204" pitchFamily="34" charset="0"/>
              </a:rPr>
              <a:t>Patrón creacional que delega la creación de instancias a sus subclases. </a:t>
            </a:r>
          </a:p>
          <a:p>
            <a:r>
              <a:rPr lang="es-419" sz="1900" dirty="0">
                <a:effectLst/>
                <a:latin typeface="Arial" panose="020B0604020202020204" pitchFamily="34" charset="0"/>
                <a:ea typeface="Aptos" panose="020B0004020202020204" pitchFamily="34" charset="0"/>
              </a:rPr>
              <a:t>Podemos tener más productos concretos y más fábricas concretas, estas fábricas concretas son las responsables de crear los productos concretos y deben conocer a todos los productos concretos, mediante un parámetro a la hora de crear (el método </a:t>
            </a:r>
            <a:r>
              <a:rPr lang="es-419" sz="1900" dirty="0" err="1">
                <a:effectLst/>
                <a:latin typeface="Arial" panose="020B0604020202020204" pitchFamily="34" charset="0"/>
                <a:ea typeface="Aptos" panose="020B0004020202020204" pitchFamily="34" charset="0"/>
              </a:rPr>
              <a:t>factoryMethod</a:t>
            </a:r>
            <a:r>
              <a:rPr lang="es-419" sz="1900" dirty="0">
                <a:effectLst/>
                <a:latin typeface="Arial" panose="020B0604020202020204" pitchFamily="34" charset="0"/>
                <a:ea typeface="Aptos" panose="020B0004020202020204" pitchFamily="34" charset="0"/>
              </a:rPr>
              <a:t>():</a:t>
            </a:r>
            <a:r>
              <a:rPr lang="es-419" sz="1900" dirty="0" err="1">
                <a:effectLst/>
                <a:latin typeface="Arial" panose="020B0604020202020204" pitchFamily="34" charset="0"/>
                <a:ea typeface="Aptos" panose="020B0004020202020204" pitchFamily="34" charset="0"/>
              </a:rPr>
              <a:t>Iproduct</a:t>
            </a:r>
            <a:r>
              <a:rPr lang="es-419" sz="1900" dirty="0">
                <a:effectLst/>
                <a:latin typeface="Arial" panose="020B0604020202020204" pitchFamily="34" charset="0"/>
                <a:ea typeface="Aptos" panose="020B0004020202020204" pitchFamily="34" charset="0"/>
              </a:rPr>
              <a:t> podría ser </a:t>
            </a:r>
            <a:r>
              <a:rPr lang="es-419" sz="1900" dirty="0" err="1">
                <a:effectLst/>
                <a:latin typeface="Arial" panose="020B0604020202020204" pitchFamily="34" charset="0"/>
                <a:ea typeface="Aptos" panose="020B0004020202020204" pitchFamily="34" charset="0"/>
              </a:rPr>
              <a:t>factoryMethod</a:t>
            </a:r>
            <a:r>
              <a:rPr lang="es-419" sz="1900" dirty="0">
                <a:effectLst/>
                <a:latin typeface="Arial" panose="020B0604020202020204" pitchFamily="34" charset="0"/>
                <a:ea typeface="Aptos" panose="020B0004020202020204" pitchFamily="34" charset="0"/>
              </a:rPr>
              <a:t>(</a:t>
            </a:r>
            <a:r>
              <a:rPr lang="es-419" sz="1900" dirty="0" err="1">
                <a:effectLst/>
                <a:latin typeface="Arial" panose="020B0604020202020204" pitchFamily="34" charset="0"/>
                <a:ea typeface="Aptos" panose="020B0004020202020204" pitchFamily="34" charset="0"/>
              </a:rPr>
              <a:t>string</a:t>
            </a:r>
            <a:r>
              <a:rPr lang="es-419" sz="1900" dirty="0">
                <a:effectLst/>
                <a:latin typeface="Arial" panose="020B0604020202020204" pitchFamily="34" charset="0"/>
                <a:ea typeface="Aptos" panose="020B0004020202020204" pitchFamily="34" charset="0"/>
              </a:rPr>
              <a:t> tipo):</a:t>
            </a:r>
            <a:r>
              <a:rPr lang="es-419" sz="1900" dirty="0" err="1">
                <a:effectLst/>
                <a:latin typeface="Arial" panose="020B0604020202020204" pitchFamily="34" charset="0"/>
                <a:ea typeface="Aptos" panose="020B0004020202020204" pitchFamily="34" charset="0"/>
              </a:rPr>
              <a:t>IProduct</a:t>
            </a:r>
            <a:r>
              <a:rPr lang="es-419" sz="1900" dirty="0">
                <a:effectLst/>
                <a:latin typeface="Arial" panose="020B0604020202020204" pitchFamily="34" charset="0"/>
                <a:ea typeface="Aptos" panose="020B0004020202020204" pitchFamily="34" charset="0"/>
              </a:rPr>
              <a:t>) podrá retornar un </a:t>
            </a:r>
            <a:r>
              <a:rPr lang="es-419" sz="1900" dirty="0" err="1">
                <a:effectLst/>
                <a:latin typeface="Arial" panose="020B0604020202020204" pitchFamily="34" charset="0"/>
                <a:ea typeface="Aptos" panose="020B0004020202020204" pitchFamily="34" charset="0"/>
              </a:rPr>
              <a:t>IProduct</a:t>
            </a:r>
            <a:r>
              <a:rPr lang="es-419" sz="1900" dirty="0">
                <a:effectLst/>
                <a:latin typeface="Arial" panose="020B0604020202020204" pitchFamily="34" charset="0"/>
                <a:ea typeface="Aptos" panose="020B0004020202020204" pitchFamily="34" charset="0"/>
              </a:rPr>
              <a:t> del tipo que indica el parámetro e incluso, se podría crear ese producto con un parámetro que indique su fábrica, como un atributo “origen”.</a:t>
            </a:r>
            <a:endParaRPr lang="es-AR" sz="1900" dirty="0">
              <a:effectLst/>
              <a:latin typeface="Arial" panose="020B0604020202020204" pitchFamily="34" charset="0"/>
              <a:ea typeface="Aptos" panose="020B0004020202020204" pitchFamily="34" charset="0"/>
            </a:endParaRPr>
          </a:p>
          <a:p>
            <a:endParaRPr lang="es-ES" dirty="0"/>
          </a:p>
        </p:txBody>
      </p:sp>
      <p:sp>
        <p:nvSpPr>
          <p:cNvPr id="6" name="Marcador de número de diapositiva 5">
            <a:extLst>
              <a:ext uri="{FF2B5EF4-FFF2-40B4-BE49-F238E27FC236}">
                <a16:creationId xmlns:a16="http://schemas.microsoft.com/office/drawing/2014/main" id="{3AEE46D7-5189-5FE5-AAFB-6DF238B1867A}"/>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smtClean="0"/>
              <a:pPr>
                <a:spcAft>
                  <a:spcPts val="600"/>
                </a:spcAft>
              </a:pPr>
              <a:t>5</a:t>
            </a:fld>
            <a:endParaRPr lang="en-US"/>
          </a:p>
        </p:txBody>
      </p:sp>
      <p:pic>
        <p:nvPicPr>
          <p:cNvPr id="8" name="Imagen 7" descr="Interfaz de usuario gráfica&#10;&#10;Descripción generada automáticamente">
            <a:extLst>
              <a:ext uri="{FF2B5EF4-FFF2-40B4-BE49-F238E27FC236}">
                <a16:creationId xmlns:a16="http://schemas.microsoft.com/office/drawing/2014/main" id="{7F58EF0F-7D16-32F4-34EE-8160153B0C7F}"/>
              </a:ext>
            </a:extLst>
          </p:cNvPr>
          <p:cNvPicPr>
            <a:picLocks noChangeAspect="1"/>
          </p:cNvPicPr>
          <p:nvPr/>
        </p:nvPicPr>
        <p:blipFill rotWithShape="1">
          <a:blip r:embed="rId3"/>
          <a:srcRect l="2413" t="2657"/>
          <a:stretch/>
        </p:blipFill>
        <p:spPr>
          <a:xfrm>
            <a:off x="5738044" y="3194684"/>
            <a:ext cx="6487101" cy="3319165"/>
          </a:xfrm>
          <a:prstGeom prst="rect">
            <a:avLst/>
          </a:prstGeom>
        </p:spPr>
      </p:pic>
    </p:spTree>
    <p:extLst>
      <p:ext uri="{BB962C8B-B14F-4D97-AF65-F5344CB8AC3E}">
        <p14:creationId xmlns:p14="http://schemas.microsoft.com/office/powerpoint/2010/main" val="7303944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936DADCA-861E-179A-F115-54D3E843B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DDD53578-CF2A-5020-DE1F-C32010B1E910}"/>
              </a:ext>
            </a:extLst>
          </p:cNvPr>
          <p:cNvSpPr>
            <a:spLocks noGrp="1"/>
          </p:cNvSpPr>
          <p:nvPr>
            <p:ph type="title"/>
          </p:nvPr>
        </p:nvSpPr>
        <p:spPr>
          <a:xfrm>
            <a:off x="318748" y="4832129"/>
            <a:ext cx="9786847" cy="1087001"/>
          </a:xfrm>
        </p:spPr>
        <p:txBody>
          <a:bodyPr vert="horz" lIns="91440" tIns="45720" rIns="91440" bIns="45720" rtlCol="0" anchor="b">
            <a:normAutofit/>
          </a:bodyPr>
          <a:lstStyle/>
          <a:p>
            <a:r>
              <a:rPr lang="en-US" sz="4800"/>
              <a:t>ABSTRACT FACTORY</a:t>
            </a:r>
          </a:p>
        </p:txBody>
      </p:sp>
      <p:sp>
        <p:nvSpPr>
          <p:cNvPr id="3" name="Marcador de contenido 2">
            <a:extLst>
              <a:ext uri="{FF2B5EF4-FFF2-40B4-BE49-F238E27FC236}">
                <a16:creationId xmlns:a16="http://schemas.microsoft.com/office/drawing/2014/main" id="{8B49D5D7-3C64-6D6F-68CE-139EBC76266B}"/>
              </a:ext>
            </a:extLst>
          </p:cNvPr>
          <p:cNvSpPr>
            <a:spLocks noGrp="1"/>
          </p:cNvSpPr>
          <p:nvPr>
            <p:ph idx="1"/>
          </p:nvPr>
        </p:nvSpPr>
        <p:spPr>
          <a:xfrm>
            <a:off x="321219" y="5897931"/>
            <a:ext cx="9784376" cy="539804"/>
          </a:xfrm>
        </p:spPr>
        <p:txBody>
          <a:bodyPr vert="horz" lIns="91440" tIns="45720" rIns="91440" bIns="45720" rtlCol="0" anchor="t">
            <a:normAutofit/>
          </a:bodyPr>
          <a:lstStyle/>
          <a:p>
            <a:pPr marL="0" indent="0">
              <a:buNone/>
            </a:pPr>
            <a:r>
              <a:rPr lang="en-US" sz="2000"/>
              <a:t>Patrón creación que se ocupa de crear una familia de objetos</a:t>
            </a:r>
          </a:p>
        </p:txBody>
      </p:sp>
      <p:sp>
        <p:nvSpPr>
          <p:cNvPr id="21" name="Rectangle: Rounded Corners 20">
            <a:extLst>
              <a:ext uri="{FF2B5EF4-FFF2-40B4-BE49-F238E27FC236}">
                <a16:creationId xmlns:a16="http://schemas.microsoft.com/office/drawing/2014/main" id="{473470E8-3B60-4554-7737-78DEB44230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0740" y="63203"/>
            <a:ext cx="12050520" cy="4700812"/>
          </a:xfrm>
          <a:prstGeom prst="roundRect">
            <a:avLst>
              <a:gd name="adj" fmla="val 11880"/>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Marcador de fecha 3">
            <a:extLst>
              <a:ext uri="{FF2B5EF4-FFF2-40B4-BE49-F238E27FC236}">
                <a16:creationId xmlns:a16="http://schemas.microsoft.com/office/drawing/2014/main" id="{3071B2D9-4512-2676-6DB4-195A47998DFA}"/>
              </a:ext>
            </a:extLst>
          </p:cNvPr>
          <p:cNvSpPr>
            <a:spLocks noGrp="1"/>
          </p:cNvSpPr>
          <p:nvPr>
            <p:ph type="dt" sz="half" idx="10"/>
          </p:nvPr>
        </p:nvSpPr>
        <p:spPr>
          <a:xfrm>
            <a:off x="340137" y="63202"/>
            <a:ext cx="2743200" cy="318221"/>
          </a:xfrm>
        </p:spPr>
        <p:txBody>
          <a:bodyPr vert="horz" lIns="91440" tIns="45720" rIns="91440" bIns="45720" rtlCol="0" anchor="ctr">
            <a:normAutofit/>
          </a:bodyPr>
          <a:lstStyle/>
          <a:p>
            <a:pPr>
              <a:spcAft>
                <a:spcPts val="600"/>
              </a:spcAft>
            </a:pPr>
            <a:fld id="{0F996519-E62D-4F8C-AE1E-36928EC7D15C}" type="datetime1">
              <a:rPr lang="en-US">
                <a:solidFill>
                  <a:srgbClr val="000000"/>
                </a:solidFill>
              </a:rPr>
              <a:pPr>
                <a:spcAft>
                  <a:spcPts val="600"/>
                </a:spcAft>
              </a:pPr>
              <a:t>8/22/2024</a:t>
            </a:fld>
            <a:endParaRPr lang="en-US">
              <a:solidFill>
                <a:srgbClr val="000000"/>
              </a:solidFill>
            </a:endParaRPr>
          </a:p>
        </p:txBody>
      </p:sp>
      <p:pic>
        <p:nvPicPr>
          <p:cNvPr id="7" name="Imagen 6" descr="Diagrama&#10;&#10;Descripción generada automáticamente">
            <a:extLst>
              <a:ext uri="{FF2B5EF4-FFF2-40B4-BE49-F238E27FC236}">
                <a16:creationId xmlns:a16="http://schemas.microsoft.com/office/drawing/2014/main" id="{6F62A8C9-D8AA-3E77-80ED-B0B5C618DC29}"/>
              </a:ext>
            </a:extLst>
          </p:cNvPr>
          <p:cNvPicPr>
            <a:picLocks noChangeAspect="1"/>
          </p:cNvPicPr>
          <p:nvPr/>
        </p:nvPicPr>
        <p:blipFill>
          <a:blip r:embed="rId2"/>
          <a:stretch>
            <a:fillRect/>
          </a:stretch>
        </p:blipFill>
        <p:spPr>
          <a:xfrm>
            <a:off x="1003300" y="189999"/>
            <a:ext cx="4208871" cy="4537868"/>
          </a:xfrm>
          <a:prstGeom prst="rect">
            <a:avLst/>
          </a:prstGeom>
        </p:spPr>
      </p:pic>
      <p:pic>
        <p:nvPicPr>
          <p:cNvPr id="8" name="Imagen 7" descr="Escala de tiempo&#10;&#10;Descripción generada automáticamente">
            <a:extLst>
              <a:ext uri="{FF2B5EF4-FFF2-40B4-BE49-F238E27FC236}">
                <a16:creationId xmlns:a16="http://schemas.microsoft.com/office/drawing/2014/main" id="{88E130E8-8F7B-3C70-328A-66E29096AB66}"/>
              </a:ext>
            </a:extLst>
          </p:cNvPr>
          <p:cNvPicPr>
            <a:picLocks noChangeAspect="1"/>
          </p:cNvPicPr>
          <p:nvPr/>
        </p:nvPicPr>
        <p:blipFill>
          <a:blip r:embed="rId3"/>
          <a:stretch>
            <a:fillRect/>
          </a:stretch>
        </p:blipFill>
        <p:spPr>
          <a:xfrm>
            <a:off x="5538733" y="838200"/>
            <a:ext cx="6495324" cy="3263899"/>
          </a:xfrm>
          <a:prstGeom prst="rect">
            <a:avLst/>
          </a:prstGeom>
        </p:spPr>
      </p:pic>
      <p:sp>
        <p:nvSpPr>
          <p:cNvPr id="5" name="Marcador de pie de página 4">
            <a:extLst>
              <a:ext uri="{FF2B5EF4-FFF2-40B4-BE49-F238E27FC236}">
                <a16:creationId xmlns:a16="http://schemas.microsoft.com/office/drawing/2014/main" id="{2968877D-38DA-4FA7-1A28-A6FFA06BB37E}"/>
              </a:ext>
            </a:extLst>
          </p:cNvPr>
          <p:cNvSpPr>
            <a:spLocks noGrp="1"/>
          </p:cNvSpPr>
          <p:nvPr>
            <p:ph type="ftr" sz="quarter" idx="11"/>
          </p:nvPr>
        </p:nvSpPr>
        <p:spPr>
          <a:xfrm>
            <a:off x="7344016" y="6424761"/>
            <a:ext cx="4059936" cy="365125"/>
          </a:xfrm>
        </p:spPr>
        <p:txBody>
          <a:bodyPr vert="horz" lIns="91440" tIns="45720" rIns="91440" bIns="45720" rtlCol="0" anchor="ctr">
            <a:normAutofit/>
          </a:bodyPr>
          <a:lstStyle/>
          <a:p>
            <a:pPr>
              <a:spcAft>
                <a:spcPts val="600"/>
              </a:spcAft>
            </a:pPr>
            <a:r>
              <a:rPr lang="en-US" b="0" kern="1200" cap="all" spc="0" baseline="0">
                <a:solidFill>
                  <a:schemeClr val="tx1"/>
                </a:solidFill>
                <a:latin typeface="+mn-lt"/>
                <a:ea typeface="+mn-ea"/>
                <a:cs typeface="+mn-cs"/>
              </a:rPr>
              <a:t>Sample Footer Text</a:t>
            </a:r>
          </a:p>
        </p:txBody>
      </p:sp>
      <p:sp>
        <p:nvSpPr>
          <p:cNvPr id="6" name="Marcador de número de diapositiva 5">
            <a:extLst>
              <a:ext uri="{FF2B5EF4-FFF2-40B4-BE49-F238E27FC236}">
                <a16:creationId xmlns:a16="http://schemas.microsoft.com/office/drawing/2014/main" id="{51BACB87-8D71-2D76-F266-48F0A47B07BE}"/>
              </a:ext>
            </a:extLst>
          </p:cNvPr>
          <p:cNvSpPr>
            <a:spLocks noGrp="1"/>
          </p:cNvSpPr>
          <p:nvPr>
            <p:ph type="sldNum" sz="quarter" idx="12"/>
          </p:nvPr>
        </p:nvSpPr>
        <p:spPr>
          <a:xfrm>
            <a:off x="11403951" y="6425816"/>
            <a:ext cx="429768" cy="365125"/>
          </a:xfrm>
        </p:spPr>
        <p:txBody>
          <a:bodyPr vert="horz" lIns="91440" tIns="45720" rIns="91440" bIns="45720" rtlCol="0" anchor="ctr">
            <a:normAutofit/>
          </a:bodyPr>
          <a:lstStyle/>
          <a:p>
            <a:pPr>
              <a:spcAft>
                <a:spcPts val="600"/>
              </a:spcAft>
            </a:pPr>
            <a:fld id="{6E91CC32-6A6B-4E2E-BBA1-6864F305DA26}" type="slidenum">
              <a:rPr lang="en-US"/>
              <a:pPr>
                <a:spcAft>
                  <a:spcPts val="600"/>
                </a:spcAft>
              </a:pPr>
              <a:t>6</a:t>
            </a:fld>
            <a:endParaRPr lang="en-US"/>
          </a:p>
        </p:txBody>
      </p:sp>
    </p:spTree>
    <p:extLst>
      <p:ext uri="{BB962C8B-B14F-4D97-AF65-F5344CB8AC3E}">
        <p14:creationId xmlns:p14="http://schemas.microsoft.com/office/powerpoint/2010/main" val="1374103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8CA9E9D-6A76-A56D-C4DE-0910EA8725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DFB7E5ED-F72A-DBA0-549D-BABA6DAC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406604"/>
          </a:xfrm>
          <a:custGeom>
            <a:avLst/>
            <a:gdLst>
              <a:gd name="connsiteX0" fmla="*/ 0 w 12192000"/>
              <a:gd name="connsiteY0" fmla="*/ 0 h 6858000"/>
              <a:gd name="connsiteX1" fmla="*/ 12192000 w 12192000"/>
              <a:gd name="connsiteY1" fmla="*/ 0 h 6858000"/>
              <a:gd name="connsiteX2" fmla="*/ 12192000 w 12192000"/>
              <a:gd name="connsiteY2" fmla="*/ 2406593 h 6858000"/>
              <a:gd name="connsiteX3" fmla="*/ 12178573 w 12192000"/>
              <a:gd name="connsiteY3" fmla="*/ 2273403 h 6858000"/>
              <a:gd name="connsiteX4" fmla="*/ 11531070 w 12192000"/>
              <a:gd name="connsiteY4" fmla="*/ 1745673 h 6858000"/>
              <a:gd name="connsiteX5" fmla="*/ 660932 w 12192000"/>
              <a:gd name="connsiteY5" fmla="*/ 1745673 h 6858000"/>
              <a:gd name="connsiteX6" fmla="*/ 1 w 12192000"/>
              <a:gd name="connsiteY6" fmla="*/ 2406604 h 6858000"/>
              <a:gd name="connsiteX7" fmla="*/ 1 w 12192000"/>
              <a:gd name="connsiteY7" fmla="*/ 6858000 h 6858000"/>
              <a:gd name="connsiteX8" fmla="*/ 0 w 12192000"/>
              <a:gd name="connsiteY8" fmla="*/ 6858000 h 6858000"/>
              <a:gd name="connsiteX0" fmla="*/ 0 w 12192000"/>
              <a:gd name="connsiteY0" fmla="*/ 0 h 6858000"/>
              <a:gd name="connsiteX1" fmla="*/ 12192000 w 12192000"/>
              <a:gd name="connsiteY1" fmla="*/ 0 h 6858000"/>
              <a:gd name="connsiteX2" fmla="*/ 12192000 w 12192000"/>
              <a:gd name="connsiteY2" fmla="*/ 2406593 h 6858000"/>
              <a:gd name="connsiteX3" fmla="*/ 12178573 w 12192000"/>
              <a:gd name="connsiteY3" fmla="*/ 2273403 h 6858000"/>
              <a:gd name="connsiteX4" fmla="*/ 11531070 w 12192000"/>
              <a:gd name="connsiteY4" fmla="*/ 1745673 h 6858000"/>
              <a:gd name="connsiteX5" fmla="*/ 660932 w 12192000"/>
              <a:gd name="connsiteY5" fmla="*/ 1745673 h 6858000"/>
              <a:gd name="connsiteX6" fmla="*/ 1 w 12192000"/>
              <a:gd name="connsiteY6" fmla="*/ 2406604 h 6858000"/>
              <a:gd name="connsiteX7" fmla="*/ 1 w 12192000"/>
              <a:gd name="connsiteY7" fmla="*/ 6858000 h 6858000"/>
              <a:gd name="connsiteX8" fmla="*/ 0 w 12192000"/>
              <a:gd name="connsiteY8" fmla="*/ 0 h 6858000"/>
              <a:gd name="connsiteX0" fmla="*/ 0 w 12192000"/>
              <a:gd name="connsiteY0" fmla="*/ 0 h 2406604"/>
              <a:gd name="connsiteX1" fmla="*/ 12192000 w 12192000"/>
              <a:gd name="connsiteY1" fmla="*/ 0 h 2406604"/>
              <a:gd name="connsiteX2" fmla="*/ 12192000 w 12192000"/>
              <a:gd name="connsiteY2" fmla="*/ 2406593 h 2406604"/>
              <a:gd name="connsiteX3" fmla="*/ 12178573 w 12192000"/>
              <a:gd name="connsiteY3" fmla="*/ 2273403 h 2406604"/>
              <a:gd name="connsiteX4" fmla="*/ 11531070 w 12192000"/>
              <a:gd name="connsiteY4" fmla="*/ 1745673 h 2406604"/>
              <a:gd name="connsiteX5" fmla="*/ 660932 w 12192000"/>
              <a:gd name="connsiteY5" fmla="*/ 1745673 h 2406604"/>
              <a:gd name="connsiteX6" fmla="*/ 1 w 12192000"/>
              <a:gd name="connsiteY6" fmla="*/ 2406604 h 2406604"/>
              <a:gd name="connsiteX7" fmla="*/ 0 w 12192000"/>
              <a:gd name="connsiteY7" fmla="*/ 0 h 2406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2406604">
                <a:moveTo>
                  <a:pt x="0" y="0"/>
                </a:moveTo>
                <a:lnTo>
                  <a:pt x="12192000" y="0"/>
                </a:lnTo>
                <a:lnTo>
                  <a:pt x="12192000" y="2406593"/>
                </a:lnTo>
                <a:lnTo>
                  <a:pt x="12178573" y="2273403"/>
                </a:lnTo>
                <a:cubicBezTo>
                  <a:pt x="12116944" y="1972228"/>
                  <a:pt x="11850464" y="1745673"/>
                  <a:pt x="11531070" y="1745673"/>
                </a:cubicBezTo>
                <a:lnTo>
                  <a:pt x="660932" y="1745673"/>
                </a:lnTo>
                <a:cubicBezTo>
                  <a:pt x="295910" y="1745673"/>
                  <a:pt x="1" y="2041582"/>
                  <a:pt x="1" y="2406604"/>
                </a:cubicBezTo>
                <a:cubicBezTo>
                  <a:pt x="1" y="1604403"/>
                  <a:pt x="0" y="802201"/>
                  <a:pt x="0" y="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04E072EA-2ABC-C981-FF25-E56F79E7BAF5}"/>
              </a:ext>
            </a:extLst>
          </p:cNvPr>
          <p:cNvSpPr>
            <a:spLocks noGrp="1"/>
          </p:cNvSpPr>
          <p:nvPr>
            <p:ph type="title"/>
          </p:nvPr>
        </p:nvSpPr>
        <p:spPr>
          <a:xfrm>
            <a:off x="969818" y="264120"/>
            <a:ext cx="9095508" cy="1343007"/>
          </a:xfrm>
        </p:spPr>
        <p:txBody>
          <a:bodyPr anchor="ctr">
            <a:normAutofit/>
          </a:bodyPr>
          <a:lstStyle/>
          <a:p>
            <a:r>
              <a:rPr lang="es-AR" dirty="0"/>
              <a:t>SINGLETON</a:t>
            </a:r>
            <a:endParaRPr lang="es-ES" dirty="0"/>
          </a:p>
        </p:txBody>
      </p:sp>
      <p:sp>
        <p:nvSpPr>
          <p:cNvPr id="4" name="Marcador de fecha 3">
            <a:extLst>
              <a:ext uri="{FF2B5EF4-FFF2-40B4-BE49-F238E27FC236}">
                <a16:creationId xmlns:a16="http://schemas.microsoft.com/office/drawing/2014/main" id="{4DA8EE76-F06B-81AC-309D-F65A9B18E32D}"/>
              </a:ext>
            </a:extLst>
          </p:cNvPr>
          <p:cNvSpPr>
            <a:spLocks noGrp="1"/>
          </p:cNvSpPr>
          <p:nvPr>
            <p:ph type="dt" sz="half" idx="10"/>
          </p:nvPr>
        </p:nvSpPr>
        <p:spPr>
          <a:xfrm>
            <a:off x="340137" y="63202"/>
            <a:ext cx="2743200" cy="318221"/>
          </a:xfrm>
        </p:spPr>
        <p:txBody>
          <a:bodyPr>
            <a:normAutofit/>
          </a:bodyPr>
          <a:lstStyle/>
          <a:p>
            <a:pPr>
              <a:spcAft>
                <a:spcPts val="600"/>
              </a:spcAft>
            </a:pPr>
            <a:fld id="{0F996519-E62D-4F8C-AE1E-36928EC7D15C}" type="datetime1">
              <a:rPr lang="en-US" smtClean="0"/>
              <a:pPr>
                <a:spcAft>
                  <a:spcPts val="600"/>
                </a:spcAft>
              </a:pPr>
              <a:t>8/22/2024</a:t>
            </a:fld>
            <a:endParaRPr lang="en-US"/>
          </a:p>
        </p:txBody>
      </p:sp>
      <p:sp>
        <p:nvSpPr>
          <p:cNvPr id="3" name="Marcador de contenido 2">
            <a:extLst>
              <a:ext uri="{FF2B5EF4-FFF2-40B4-BE49-F238E27FC236}">
                <a16:creationId xmlns:a16="http://schemas.microsoft.com/office/drawing/2014/main" id="{1C050B44-C46C-243A-EA39-9ED7DB6C6CBB}"/>
              </a:ext>
            </a:extLst>
          </p:cNvPr>
          <p:cNvSpPr>
            <a:spLocks noGrp="1"/>
          </p:cNvSpPr>
          <p:nvPr>
            <p:ph idx="1"/>
          </p:nvPr>
        </p:nvSpPr>
        <p:spPr>
          <a:xfrm>
            <a:off x="969819" y="2493818"/>
            <a:ext cx="5126181" cy="3685309"/>
          </a:xfrm>
        </p:spPr>
        <p:txBody>
          <a:bodyPr anchor="ctr">
            <a:normAutofit/>
          </a:bodyPr>
          <a:lstStyle/>
          <a:p>
            <a:r>
              <a:rPr lang="es-419">
                <a:solidFill>
                  <a:schemeClr val="bg1"/>
                </a:solidFill>
              </a:rPr>
              <a:t>Patrón creacional que garantiza que una clase tenga solo una instancia de sí misma y se pueda acceder a ella de manera global a lo largo de toda la aplicación.</a:t>
            </a:r>
            <a:endParaRPr lang="es-ES">
              <a:solidFill>
                <a:schemeClr val="bg1"/>
              </a:solidFill>
            </a:endParaRPr>
          </a:p>
        </p:txBody>
      </p:sp>
      <p:pic>
        <p:nvPicPr>
          <p:cNvPr id="7" name="Imagen 6" descr="Diagrama&#10;&#10;Descripción generada automáticamente">
            <a:extLst>
              <a:ext uri="{FF2B5EF4-FFF2-40B4-BE49-F238E27FC236}">
                <a16:creationId xmlns:a16="http://schemas.microsoft.com/office/drawing/2014/main" id="{5DE61E84-42F8-B276-8C72-86DB88AF958A}"/>
              </a:ext>
            </a:extLst>
          </p:cNvPr>
          <p:cNvPicPr>
            <a:picLocks noChangeAspect="1"/>
          </p:cNvPicPr>
          <p:nvPr/>
        </p:nvPicPr>
        <p:blipFill>
          <a:blip r:embed="rId2"/>
          <a:stretch>
            <a:fillRect/>
          </a:stretch>
        </p:blipFill>
        <p:spPr>
          <a:xfrm>
            <a:off x="6892212" y="3012793"/>
            <a:ext cx="4460033" cy="2586819"/>
          </a:xfrm>
          <a:prstGeom prst="rect">
            <a:avLst/>
          </a:prstGeom>
        </p:spPr>
      </p:pic>
      <p:sp>
        <p:nvSpPr>
          <p:cNvPr id="6" name="Marcador de número de diapositiva 5">
            <a:extLst>
              <a:ext uri="{FF2B5EF4-FFF2-40B4-BE49-F238E27FC236}">
                <a16:creationId xmlns:a16="http://schemas.microsoft.com/office/drawing/2014/main" id="{EEA34C89-F3B8-52A3-AAD7-AA4194699A88}"/>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a:solidFill>
                  <a:schemeClr val="bg1"/>
                </a:solidFill>
              </a:rPr>
              <a:pPr>
                <a:spcAft>
                  <a:spcPts val="600"/>
                </a:spcAft>
              </a:pPr>
              <a:t>7</a:t>
            </a:fld>
            <a:endParaRPr lang="en-US">
              <a:solidFill>
                <a:schemeClr val="bg1"/>
              </a:solidFill>
            </a:endParaRPr>
          </a:p>
        </p:txBody>
      </p:sp>
    </p:spTree>
    <p:extLst>
      <p:ext uri="{BB962C8B-B14F-4D97-AF65-F5344CB8AC3E}">
        <p14:creationId xmlns:p14="http://schemas.microsoft.com/office/powerpoint/2010/main" val="26355128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88CA9E9D-6A76-A56D-C4DE-0910EA8725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Freeform: Shape 14">
            <a:extLst>
              <a:ext uri="{FF2B5EF4-FFF2-40B4-BE49-F238E27FC236}">
                <a16:creationId xmlns:a16="http://schemas.microsoft.com/office/drawing/2014/main" id="{DFB7E5ED-F72A-DBA0-549D-BABA6DAC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406604"/>
          </a:xfrm>
          <a:custGeom>
            <a:avLst/>
            <a:gdLst>
              <a:gd name="connsiteX0" fmla="*/ 0 w 12192000"/>
              <a:gd name="connsiteY0" fmla="*/ 0 h 6858000"/>
              <a:gd name="connsiteX1" fmla="*/ 12192000 w 12192000"/>
              <a:gd name="connsiteY1" fmla="*/ 0 h 6858000"/>
              <a:gd name="connsiteX2" fmla="*/ 12192000 w 12192000"/>
              <a:gd name="connsiteY2" fmla="*/ 2406593 h 6858000"/>
              <a:gd name="connsiteX3" fmla="*/ 12178573 w 12192000"/>
              <a:gd name="connsiteY3" fmla="*/ 2273403 h 6858000"/>
              <a:gd name="connsiteX4" fmla="*/ 11531070 w 12192000"/>
              <a:gd name="connsiteY4" fmla="*/ 1745673 h 6858000"/>
              <a:gd name="connsiteX5" fmla="*/ 660932 w 12192000"/>
              <a:gd name="connsiteY5" fmla="*/ 1745673 h 6858000"/>
              <a:gd name="connsiteX6" fmla="*/ 1 w 12192000"/>
              <a:gd name="connsiteY6" fmla="*/ 2406604 h 6858000"/>
              <a:gd name="connsiteX7" fmla="*/ 1 w 12192000"/>
              <a:gd name="connsiteY7" fmla="*/ 6858000 h 6858000"/>
              <a:gd name="connsiteX8" fmla="*/ 0 w 12192000"/>
              <a:gd name="connsiteY8" fmla="*/ 6858000 h 6858000"/>
              <a:gd name="connsiteX0" fmla="*/ 0 w 12192000"/>
              <a:gd name="connsiteY0" fmla="*/ 0 h 6858000"/>
              <a:gd name="connsiteX1" fmla="*/ 12192000 w 12192000"/>
              <a:gd name="connsiteY1" fmla="*/ 0 h 6858000"/>
              <a:gd name="connsiteX2" fmla="*/ 12192000 w 12192000"/>
              <a:gd name="connsiteY2" fmla="*/ 2406593 h 6858000"/>
              <a:gd name="connsiteX3" fmla="*/ 12178573 w 12192000"/>
              <a:gd name="connsiteY3" fmla="*/ 2273403 h 6858000"/>
              <a:gd name="connsiteX4" fmla="*/ 11531070 w 12192000"/>
              <a:gd name="connsiteY4" fmla="*/ 1745673 h 6858000"/>
              <a:gd name="connsiteX5" fmla="*/ 660932 w 12192000"/>
              <a:gd name="connsiteY5" fmla="*/ 1745673 h 6858000"/>
              <a:gd name="connsiteX6" fmla="*/ 1 w 12192000"/>
              <a:gd name="connsiteY6" fmla="*/ 2406604 h 6858000"/>
              <a:gd name="connsiteX7" fmla="*/ 1 w 12192000"/>
              <a:gd name="connsiteY7" fmla="*/ 6858000 h 6858000"/>
              <a:gd name="connsiteX8" fmla="*/ 0 w 12192000"/>
              <a:gd name="connsiteY8" fmla="*/ 0 h 6858000"/>
              <a:gd name="connsiteX0" fmla="*/ 0 w 12192000"/>
              <a:gd name="connsiteY0" fmla="*/ 0 h 2406604"/>
              <a:gd name="connsiteX1" fmla="*/ 12192000 w 12192000"/>
              <a:gd name="connsiteY1" fmla="*/ 0 h 2406604"/>
              <a:gd name="connsiteX2" fmla="*/ 12192000 w 12192000"/>
              <a:gd name="connsiteY2" fmla="*/ 2406593 h 2406604"/>
              <a:gd name="connsiteX3" fmla="*/ 12178573 w 12192000"/>
              <a:gd name="connsiteY3" fmla="*/ 2273403 h 2406604"/>
              <a:gd name="connsiteX4" fmla="*/ 11531070 w 12192000"/>
              <a:gd name="connsiteY4" fmla="*/ 1745673 h 2406604"/>
              <a:gd name="connsiteX5" fmla="*/ 660932 w 12192000"/>
              <a:gd name="connsiteY5" fmla="*/ 1745673 h 2406604"/>
              <a:gd name="connsiteX6" fmla="*/ 1 w 12192000"/>
              <a:gd name="connsiteY6" fmla="*/ 2406604 h 2406604"/>
              <a:gd name="connsiteX7" fmla="*/ 0 w 12192000"/>
              <a:gd name="connsiteY7" fmla="*/ 0 h 2406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2406604">
                <a:moveTo>
                  <a:pt x="0" y="0"/>
                </a:moveTo>
                <a:lnTo>
                  <a:pt x="12192000" y="0"/>
                </a:lnTo>
                <a:lnTo>
                  <a:pt x="12192000" y="2406593"/>
                </a:lnTo>
                <a:lnTo>
                  <a:pt x="12178573" y="2273403"/>
                </a:lnTo>
                <a:cubicBezTo>
                  <a:pt x="12116944" y="1972228"/>
                  <a:pt x="11850464" y="1745673"/>
                  <a:pt x="11531070" y="1745673"/>
                </a:cubicBezTo>
                <a:lnTo>
                  <a:pt x="660932" y="1745673"/>
                </a:lnTo>
                <a:cubicBezTo>
                  <a:pt x="295910" y="1745673"/>
                  <a:pt x="1" y="2041582"/>
                  <a:pt x="1" y="2406604"/>
                </a:cubicBezTo>
                <a:cubicBezTo>
                  <a:pt x="1" y="1604403"/>
                  <a:pt x="0" y="802201"/>
                  <a:pt x="0" y="0"/>
                </a:cubicBezTo>
                <a:close/>
              </a:path>
            </a:pathLst>
          </a:cu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ítulo 1">
            <a:extLst>
              <a:ext uri="{FF2B5EF4-FFF2-40B4-BE49-F238E27FC236}">
                <a16:creationId xmlns:a16="http://schemas.microsoft.com/office/drawing/2014/main" id="{E2867765-048B-A3D7-5E14-BA03E7833407}"/>
              </a:ext>
            </a:extLst>
          </p:cNvPr>
          <p:cNvSpPr>
            <a:spLocks noGrp="1"/>
          </p:cNvSpPr>
          <p:nvPr>
            <p:ph type="title"/>
          </p:nvPr>
        </p:nvSpPr>
        <p:spPr>
          <a:xfrm>
            <a:off x="969818" y="264120"/>
            <a:ext cx="9095508" cy="1343007"/>
          </a:xfrm>
        </p:spPr>
        <p:txBody>
          <a:bodyPr anchor="ctr">
            <a:normAutofit/>
          </a:bodyPr>
          <a:lstStyle/>
          <a:p>
            <a:r>
              <a:rPr lang="es-AR" dirty="0"/>
              <a:t>SINGLETON: EJEMPLO</a:t>
            </a:r>
            <a:endParaRPr lang="es-ES" dirty="0"/>
          </a:p>
        </p:txBody>
      </p:sp>
      <p:sp>
        <p:nvSpPr>
          <p:cNvPr id="4" name="Marcador de fecha 3">
            <a:extLst>
              <a:ext uri="{FF2B5EF4-FFF2-40B4-BE49-F238E27FC236}">
                <a16:creationId xmlns:a16="http://schemas.microsoft.com/office/drawing/2014/main" id="{A84F2E4A-191D-F2B2-5142-26320D1476AB}"/>
              </a:ext>
            </a:extLst>
          </p:cNvPr>
          <p:cNvSpPr>
            <a:spLocks noGrp="1"/>
          </p:cNvSpPr>
          <p:nvPr>
            <p:ph type="dt" sz="half" idx="10"/>
          </p:nvPr>
        </p:nvSpPr>
        <p:spPr>
          <a:xfrm>
            <a:off x="340137" y="63202"/>
            <a:ext cx="2743200" cy="318221"/>
          </a:xfrm>
        </p:spPr>
        <p:txBody>
          <a:bodyPr>
            <a:normAutofit/>
          </a:bodyPr>
          <a:lstStyle/>
          <a:p>
            <a:pPr>
              <a:spcAft>
                <a:spcPts val="600"/>
              </a:spcAft>
            </a:pPr>
            <a:fld id="{0F996519-E62D-4F8C-AE1E-36928EC7D15C}" type="datetime1">
              <a:rPr lang="en-US" smtClean="0"/>
              <a:pPr>
                <a:spcAft>
                  <a:spcPts val="600"/>
                </a:spcAft>
              </a:pPr>
              <a:t>8/22/2024</a:t>
            </a:fld>
            <a:endParaRPr lang="en-US"/>
          </a:p>
        </p:txBody>
      </p:sp>
      <p:sp>
        <p:nvSpPr>
          <p:cNvPr id="3" name="Marcador de contenido 2">
            <a:extLst>
              <a:ext uri="{FF2B5EF4-FFF2-40B4-BE49-F238E27FC236}">
                <a16:creationId xmlns:a16="http://schemas.microsoft.com/office/drawing/2014/main" id="{2541B9DA-290F-B79B-348D-DA3060004584}"/>
              </a:ext>
            </a:extLst>
          </p:cNvPr>
          <p:cNvSpPr>
            <a:spLocks noGrp="1"/>
          </p:cNvSpPr>
          <p:nvPr>
            <p:ph idx="1"/>
          </p:nvPr>
        </p:nvSpPr>
        <p:spPr>
          <a:xfrm>
            <a:off x="969819" y="2493818"/>
            <a:ext cx="5126181" cy="3685309"/>
          </a:xfrm>
        </p:spPr>
        <p:txBody>
          <a:bodyPr anchor="ctr">
            <a:normAutofit/>
          </a:bodyPr>
          <a:lstStyle/>
          <a:p>
            <a:pPr>
              <a:lnSpc>
                <a:spcPct val="110000"/>
              </a:lnSpc>
            </a:pPr>
            <a:r>
              <a:rPr lang="es-419" sz="1500" dirty="0">
                <a:solidFill>
                  <a:schemeClr val="bg1"/>
                </a:solidFill>
              </a:rPr>
              <a:t>En una pequeña tienda, solo hay un cajero encargado de atender a los clientes que necesitan pagar sus compras. Debido a que solo hay un cajero disponible, este debe gestionar las transacciones de manera secuencial, atendiendo a un cliente a la vez. Cuando un cliente se acerca al cajero para pagar, el sistema debe verificar si el cajero está disponible. Si el cajero está ocupado atendiendo a otro cliente, el sistema debe informar al cliente que espere hasta que el cajero termine de procesar la transacción actual. Si el cajero está disponible, se inicia una nueva transacción con el cliente actual. </a:t>
            </a:r>
            <a:endParaRPr lang="es-ES" sz="1500" dirty="0">
              <a:solidFill>
                <a:schemeClr val="bg1"/>
              </a:solidFill>
            </a:endParaRPr>
          </a:p>
        </p:txBody>
      </p:sp>
      <p:pic>
        <p:nvPicPr>
          <p:cNvPr id="10" name="Graphic 9" descr="Tienda">
            <a:extLst>
              <a:ext uri="{FF2B5EF4-FFF2-40B4-BE49-F238E27FC236}">
                <a16:creationId xmlns:a16="http://schemas.microsoft.com/office/drawing/2014/main" id="{6243536F-E35C-2ECA-02AB-B80C259C9000}"/>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23548" y="2607522"/>
            <a:ext cx="3397361" cy="3397361"/>
          </a:xfrm>
          <a:prstGeom prst="rect">
            <a:avLst/>
          </a:prstGeom>
        </p:spPr>
      </p:pic>
      <p:sp>
        <p:nvSpPr>
          <p:cNvPr id="6" name="Marcador de número de diapositiva 5">
            <a:extLst>
              <a:ext uri="{FF2B5EF4-FFF2-40B4-BE49-F238E27FC236}">
                <a16:creationId xmlns:a16="http://schemas.microsoft.com/office/drawing/2014/main" id="{8DDB6C2E-3FFA-BF6F-0D19-6742076DEB34}"/>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a:solidFill>
                  <a:schemeClr val="bg1"/>
                </a:solidFill>
              </a:rPr>
              <a:pPr>
                <a:spcAft>
                  <a:spcPts val="600"/>
                </a:spcAft>
              </a:pPr>
              <a:t>8</a:t>
            </a:fld>
            <a:endParaRPr lang="en-US">
              <a:solidFill>
                <a:schemeClr val="bg1"/>
              </a:solidFill>
            </a:endParaRPr>
          </a:p>
        </p:txBody>
      </p:sp>
    </p:spTree>
    <p:extLst>
      <p:ext uri="{BB962C8B-B14F-4D97-AF65-F5344CB8AC3E}">
        <p14:creationId xmlns:p14="http://schemas.microsoft.com/office/powerpoint/2010/main" val="253014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23D8FF62-652A-F48D-7206-16657E0B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61063ABA-8D15-1EAA-113F-E9731362DE74}"/>
              </a:ext>
            </a:extLst>
          </p:cNvPr>
          <p:cNvSpPr>
            <a:spLocks noGrp="1"/>
          </p:cNvSpPr>
          <p:nvPr>
            <p:ph type="title"/>
          </p:nvPr>
        </p:nvSpPr>
        <p:spPr>
          <a:xfrm>
            <a:off x="308388" y="750162"/>
            <a:ext cx="5202725" cy="1802538"/>
          </a:xfrm>
        </p:spPr>
        <p:txBody>
          <a:bodyPr anchor="t">
            <a:normAutofit/>
          </a:bodyPr>
          <a:lstStyle/>
          <a:p>
            <a:r>
              <a:rPr lang="es-AR" sz="3100"/>
              <a:t>SINGLETON:SOLUCIÓN</a:t>
            </a:r>
            <a:endParaRPr lang="es-ES" sz="3100"/>
          </a:p>
        </p:txBody>
      </p:sp>
      <p:sp>
        <p:nvSpPr>
          <p:cNvPr id="4" name="Marcador de fecha 3">
            <a:extLst>
              <a:ext uri="{FF2B5EF4-FFF2-40B4-BE49-F238E27FC236}">
                <a16:creationId xmlns:a16="http://schemas.microsoft.com/office/drawing/2014/main" id="{B43BC444-80D7-0D15-02C5-6F7E7371A2C8}"/>
              </a:ext>
            </a:extLst>
          </p:cNvPr>
          <p:cNvSpPr>
            <a:spLocks noGrp="1"/>
          </p:cNvSpPr>
          <p:nvPr>
            <p:ph type="dt" sz="half" idx="10"/>
          </p:nvPr>
        </p:nvSpPr>
        <p:spPr>
          <a:xfrm>
            <a:off x="340137" y="63202"/>
            <a:ext cx="2743200" cy="318221"/>
          </a:xfrm>
        </p:spPr>
        <p:txBody>
          <a:bodyPr>
            <a:normAutofit/>
          </a:bodyPr>
          <a:lstStyle/>
          <a:p>
            <a:pPr>
              <a:spcAft>
                <a:spcPts val="600"/>
              </a:spcAft>
            </a:pPr>
            <a:fld id="{0F996519-E62D-4F8C-AE1E-36928EC7D15C}" type="datetime1">
              <a:rPr lang="en-US" smtClean="0"/>
              <a:pPr>
                <a:spcAft>
                  <a:spcPts val="600"/>
                </a:spcAft>
              </a:pPr>
              <a:t>8/22/2024</a:t>
            </a:fld>
            <a:endParaRPr lang="en-US"/>
          </a:p>
        </p:txBody>
      </p:sp>
      <p:sp>
        <p:nvSpPr>
          <p:cNvPr id="3" name="Marcador de contenido 2">
            <a:extLst>
              <a:ext uri="{FF2B5EF4-FFF2-40B4-BE49-F238E27FC236}">
                <a16:creationId xmlns:a16="http://schemas.microsoft.com/office/drawing/2014/main" id="{67357452-9D35-D82F-A011-3286B1537741}"/>
              </a:ext>
            </a:extLst>
          </p:cNvPr>
          <p:cNvSpPr>
            <a:spLocks noGrp="1"/>
          </p:cNvSpPr>
          <p:nvPr>
            <p:ph idx="1"/>
          </p:nvPr>
        </p:nvSpPr>
        <p:spPr>
          <a:xfrm>
            <a:off x="340136" y="1323975"/>
            <a:ext cx="5170977" cy="5101841"/>
          </a:xfrm>
        </p:spPr>
        <p:txBody>
          <a:bodyPr anchor="b">
            <a:normAutofit/>
          </a:bodyPr>
          <a:lstStyle/>
          <a:p>
            <a:r>
              <a:rPr lang="es-AR" sz="2400" dirty="0"/>
              <a:t>Para resolver el ejercicio, consideramos el </a:t>
            </a:r>
            <a:r>
              <a:rPr lang="es-AR" sz="2400" dirty="0" err="1"/>
              <a:t>Singleton</a:t>
            </a:r>
            <a:r>
              <a:rPr lang="es-AR" sz="2400" dirty="0"/>
              <a:t> como el “cajero” que es el único que se encuentra siempre; CAJERO va a tener una instancia de un cliente (que estará atendiendo) y la capacidad de </a:t>
            </a:r>
            <a:r>
              <a:rPr lang="es-AR" sz="2400" b="1" dirty="0"/>
              <a:t>cobrar</a:t>
            </a:r>
            <a:r>
              <a:rPr lang="es-AR" sz="2400" dirty="0"/>
              <a:t> y </a:t>
            </a:r>
            <a:r>
              <a:rPr lang="es-AR" sz="2400" b="1" dirty="0"/>
              <a:t>despachar. </a:t>
            </a:r>
            <a:r>
              <a:rPr lang="es-AR" sz="2400" dirty="0"/>
              <a:t>También se cumplirá con el constructor privado y la instancia única CAJERO.</a:t>
            </a:r>
            <a:endParaRPr lang="es-ES" sz="2400" b="1" dirty="0"/>
          </a:p>
        </p:txBody>
      </p:sp>
      <p:sp>
        <p:nvSpPr>
          <p:cNvPr id="16" name="Freeform: Shape 15">
            <a:extLst>
              <a:ext uri="{FF2B5EF4-FFF2-40B4-BE49-F238E27FC236}">
                <a16:creationId xmlns:a16="http://schemas.microsoft.com/office/drawing/2014/main" id="{16CCAF2B-5EB9-CC77-572F-64B77A8314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37141" y="0"/>
            <a:ext cx="5054861" cy="6858000"/>
          </a:xfrm>
          <a:custGeom>
            <a:avLst/>
            <a:gdLst>
              <a:gd name="connsiteX0" fmla="*/ 677913 w 5054861"/>
              <a:gd name="connsiteY0" fmla="*/ 0 h 6858000"/>
              <a:gd name="connsiteX1" fmla="*/ 5054861 w 5054861"/>
              <a:gd name="connsiteY1" fmla="*/ 0 h 6858000"/>
              <a:gd name="connsiteX2" fmla="*/ 5054861 w 5054861"/>
              <a:gd name="connsiteY2" fmla="*/ 6858000 h 6858000"/>
              <a:gd name="connsiteX3" fmla="*/ 677913 w 5054861"/>
              <a:gd name="connsiteY3" fmla="*/ 6858000 h 6858000"/>
              <a:gd name="connsiteX4" fmla="*/ 0 w 5054861"/>
              <a:gd name="connsiteY4" fmla="*/ 6180087 h 6858000"/>
              <a:gd name="connsiteX5" fmla="*/ 0 w 5054861"/>
              <a:gd name="connsiteY5" fmla="*/ 677913 h 6858000"/>
              <a:gd name="connsiteX6" fmla="*/ 677913 w 505486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054861" h="6858000">
                <a:moveTo>
                  <a:pt x="677913" y="0"/>
                </a:moveTo>
                <a:lnTo>
                  <a:pt x="5054861" y="0"/>
                </a:lnTo>
                <a:lnTo>
                  <a:pt x="5054861" y="6858000"/>
                </a:lnTo>
                <a:lnTo>
                  <a:pt x="677913" y="6858000"/>
                </a:lnTo>
                <a:cubicBezTo>
                  <a:pt x="303512" y="6858000"/>
                  <a:pt x="0" y="6554488"/>
                  <a:pt x="0" y="6180087"/>
                </a:cubicBezTo>
                <a:lnTo>
                  <a:pt x="0" y="677913"/>
                </a:lnTo>
                <a:cubicBezTo>
                  <a:pt x="0" y="303512"/>
                  <a:pt x="303512" y="0"/>
                  <a:pt x="677913"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Imagen 6" descr="Diagrama&#10;&#10;Descripción generada automáticamente">
            <a:extLst>
              <a:ext uri="{FF2B5EF4-FFF2-40B4-BE49-F238E27FC236}">
                <a16:creationId xmlns:a16="http://schemas.microsoft.com/office/drawing/2014/main" id="{E8304FD7-9C1D-8553-0021-F0541A47D35E}"/>
              </a:ext>
            </a:extLst>
          </p:cNvPr>
          <p:cNvPicPr>
            <a:picLocks noChangeAspect="1"/>
          </p:cNvPicPr>
          <p:nvPr/>
        </p:nvPicPr>
        <p:blipFill>
          <a:blip r:embed="rId2"/>
          <a:stretch>
            <a:fillRect/>
          </a:stretch>
        </p:blipFill>
        <p:spPr>
          <a:xfrm>
            <a:off x="8111178" y="1209675"/>
            <a:ext cx="3106782" cy="1801933"/>
          </a:xfrm>
          <a:prstGeom prst="rect">
            <a:avLst/>
          </a:prstGeom>
        </p:spPr>
      </p:pic>
      <p:pic>
        <p:nvPicPr>
          <p:cNvPr id="9" name="Imagen 8">
            <a:extLst>
              <a:ext uri="{FF2B5EF4-FFF2-40B4-BE49-F238E27FC236}">
                <a16:creationId xmlns:a16="http://schemas.microsoft.com/office/drawing/2014/main" id="{9EA95EEB-34D0-E768-A11C-567E75B88C90}"/>
              </a:ext>
            </a:extLst>
          </p:cNvPr>
          <p:cNvPicPr>
            <a:picLocks noChangeAspect="1"/>
          </p:cNvPicPr>
          <p:nvPr/>
        </p:nvPicPr>
        <p:blipFill>
          <a:blip r:embed="rId3"/>
          <a:stretch>
            <a:fillRect/>
          </a:stretch>
        </p:blipFill>
        <p:spPr>
          <a:xfrm>
            <a:off x="7137141" y="3584747"/>
            <a:ext cx="5054861" cy="2078719"/>
          </a:xfrm>
          <a:prstGeom prst="rect">
            <a:avLst/>
          </a:prstGeom>
        </p:spPr>
      </p:pic>
      <p:sp>
        <p:nvSpPr>
          <p:cNvPr id="6" name="Marcador de número de diapositiva 5">
            <a:extLst>
              <a:ext uri="{FF2B5EF4-FFF2-40B4-BE49-F238E27FC236}">
                <a16:creationId xmlns:a16="http://schemas.microsoft.com/office/drawing/2014/main" id="{8EE02A06-6C8B-7BD3-80FC-CC52AA882850}"/>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a:solidFill>
                  <a:srgbClr val="000000"/>
                </a:solidFill>
              </a:rPr>
              <a:pPr>
                <a:spcAft>
                  <a:spcPts val="600"/>
                </a:spcAft>
              </a:pPr>
              <a:t>9</a:t>
            </a:fld>
            <a:endParaRPr lang="en-US">
              <a:solidFill>
                <a:srgbClr val="000000"/>
              </a:solidFill>
            </a:endParaRPr>
          </a:p>
        </p:txBody>
      </p:sp>
    </p:spTree>
    <p:extLst>
      <p:ext uri="{BB962C8B-B14F-4D97-AF65-F5344CB8AC3E}">
        <p14:creationId xmlns:p14="http://schemas.microsoft.com/office/powerpoint/2010/main" val="4157874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F1F1F"/>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FD7BFF-828F-2988-E654-71D8A25D7413}"/>
              </a:ext>
            </a:extLst>
          </p:cNvPr>
          <p:cNvSpPr>
            <a:spLocks noGrp="1"/>
          </p:cNvSpPr>
          <p:nvPr>
            <p:ph type="title"/>
          </p:nvPr>
        </p:nvSpPr>
        <p:spPr/>
        <p:txBody>
          <a:bodyPr/>
          <a:lstStyle/>
          <a:p>
            <a:r>
              <a:rPr lang="es-AR" dirty="0"/>
              <a:t>SINGLETON:SOLUCIÓN</a:t>
            </a:r>
            <a:endParaRPr lang="es-ES" dirty="0"/>
          </a:p>
        </p:txBody>
      </p:sp>
      <p:sp>
        <p:nvSpPr>
          <p:cNvPr id="4" name="Marcador de fecha 3">
            <a:extLst>
              <a:ext uri="{FF2B5EF4-FFF2-40B4-BE49-F238E27FC236}">
                <a16:creationId xmlns:a16="http://schemas.microsoft.com/office/drawing/2014/main" id="{438FFD3A-86EF-A354-3B32-78AD01F27092}"/>
              </a:ext>
            </a:extLst>
          </p:cNvPr>
          <p:cNvSpPr>
            <a:spLocks noGrp="1"/>
          </p:cNvSpPr>
          <p:nvPr>
            <p:ph type="dt" sz="half" idx="10"/>
          </p:nvPr>
        </p:nvSpPr>
        <p:spPr/>
        <p:txBody>
          <a:bodyPr/>
          <a:lstStyle/>
          <a:p>
            <a:fld id="{0F996519-E62D-4F8C-AE1E-36928EC7D15C}" type="datetime1">
              <a:rPr lang="en-US" smtClean="0"/>
              <a:t>8/22/2024</a:t>
            </a:fld>
            <a:endParaRPr lang="en-US"/>
          </a:p>
        </p:txBody>
      </p:sp>
      <p:sp>
        <p:nvSpPr>
          <p:cNvPr id="6" name="Marcador de número de diapositiva 5">
            <a:extLst>
              <a:ext uri="{FF2B5EF4-FFF2-40B4-BE49-F238E27FC236}">
                <a16:creationId xmlns:a16="http://schemas.microsoft.com/office/drawing/2014/main" id="{27D8DD71-F934-53C8-7455-8C2B17BEF744}"/>
              </a:ext>
            </a:extLst>
          </p:cNvPr>
          <p:cNvSpPr>
            <a:spLocks noGrp="1"/>
          </p:cNvSpPr>
          <p:nvPr>
            <p:ph type="sldNum" sz="quarter" idx="12"/>
          </p:nvPr>
        </p:nvSpPr>
        <p:spPr/>
        <p:txBody>
          <a:bodyPr/>
          <a:lstStyle/>
          <a:p>
            <a:fld id="{6E91CC32-6A6B-4E2E-BBA1-6864F305DA26}" type="slidenum">
              <a:rPr lang="en-US" smtClean="0"/>
              <a:t>10</a:t>
            </a:fld>
            <a:endParaRPr lang="en-US"/>
          </a:p>
        </p:txBody>
      </p:sp>
      <p:pic>
        <p:nvPicPr>
          <p:cNvPr id="8" name="Imagen 7">
            <a:extLst>
              <a:ext uri="{FF2B5EF4-FFF2-40B4-BE49-F238E27FC236}">
                <a16:creationId xmlns:a16="http://schemas.microsoft.com/office/drawing/2014/main" id="{72E6A802-FF90-2319-7782-6C1A3F3CBC44}"/>
              </a:ext>
            </a:extLst>
          </p:cNvPr>
          <p:cNvPicPr>
            <a:picLocks noChangeAspect="1"/>
          </p:cNvPicPr>
          <p:nvPr/>
        </p:nvPicPr>
        <p:blipFill>
          <a:blip r:embed="rId2"/>
          <a:stretch>
            <a:fillRect/>
          </a:stretch>
        </p:blipFill>
        <p:spPr>
          <a:xfrm>
            <a:off x="3148012" y="2237298"/>
            <a:ext cx="5895975" cy="4000500"/>
          </a:xfrm>
          <a:prstGeom prst="rect">
            <a:avLst/>
          </a:prstGeom>
        </p:spPr>
      </p:pic>
    </p:spTree>
    <p:extLst>
      <p:ext uri="{BB962C8B-B14F-4D97-AF65-F5344CB8AC3E}">
        <p14:creationId xmlns:p14="http://schemas.microsoft.com/office/powerpoint/2010/main" val="1979224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0CC6D5-9D92-F74E-6B47-9A2501544E78}"/>
              </a:ext>
            </a:extLst>
          </p:cNvPr>
          <p:cNvSpPr>
            <a:spLocks noGrp="1"/>
          </p:cNvSpPr>
          <p:nvPr>
            <p:ph type="title"/>
          </p:nvPr>
        </p:nvSpPr>
        <p:spPr>
          <a:xfrm>
            <a:off x="232187" y="420404"/>
            <a:ext cx="9921463" cy="1070542"/>
          </a:xfrm>
        </p:spPr>
        <p:txBody>
          <a:bodyPr/>
          <a:lstStyle/>
          <a:p>
            <a:r>
              <a:rPr lang="es-AR" dirty="0"/>
              <a:t>SINGLETON:SOLUCIÓN</a:t>
            </a:r>
            <a:endParaRPr lang="es-ES" dirty="0"/>
          </a:p>
        </p:txBody>
      </p:sp>
      <p:sp>
        <p:nvSpPr>
          <p:cNvPr id="4" name="Marcador de fecha 3">
            <a:extLst>
              <a:ext uri="{FF2B5EF4-FFF2-40B4-BE49-F238E27FC236}">
                <a16:creationId xmlns:a16="http://schemas.microsoft.com/office/drawing/2014/main" id="{245ECB32-9E51-F2B0-CB3E-F5403B50FAA1}"/>
              </a:ext>
            </a:extLst>
          </p:cNvPr>
          <p:cNvSpPr>
            <a:spLocks noGrp="1"/>
          </p:cNvSpPr>
          <p:nvPr>
            <p:ph type="dt" sz="half" idx="10"/>
          </p:nvPr>
        </p:nvSpPr>
        <p:spPr/>
        <p:txBody>
          <a:bodyPr/>
          <a:lstStyle/>
          <a:p>
            <a:fld id="{0F996519-E62D-4F8C-AE1E-36928EC7D15C}" type="datetime1">
              <a:rPr lang="en-US" smtClean="0"/>
              <a:t>8/23/2024</a:t>
            </a:fld>
            <a:endParaRPr lang="en-US"/>
          </a:p>
        </p:txBody>
      </p:sp>
      <p:sp>
        <p:nvSpPr>
          <p:cNvPr id="6" name="Marcador de número de diapositiva 5">
            <a:extLst>
              <a:ext uri="{FF2B5EF4-FFF2-40B4-BE49-F238E27FC236}">
                <a16:creationId xmlns:a16="http://schemas.microsoft.com/office/drawing/2014/main" id="{C6A2043A-D540-D01F-9F4E-D5F8028C8432}"/>
              </a:ext>
            </a:extLst>
          </p:cNvPr>
          <p:cNvSpPr>
            <a:spLocks noGrp="1"/>
          </p:cNvSpPr>
          <p:nvPr>
            <p:ph type="sldNum" sz="quarter" idx="12"/>
          </p:nvPr>
        </p:nvSpPr>
        <p:spPr/>
        <p:txBody>
          <a:bodyPr/>
          <a:lstStyle/>
          <a:p>
            <a:fld id="{6E91CC32-6A6B-4E2E-BBA1-6864F305DA26}" type="slidenum">
              <a:rPr lang="en-US" smtClean="0"/>
              <a:t>11</a:t>
            </a:fld>
            <a:endParaRPr lang="en-US"/>
          </a:p>
        </p:txBody>
      </p:sp>
      <p:pic>
        <p:nvPicPr>
          <p:cNvPr id="8" name="Imagen 7">
            <a:extLst>
              <a:ext uri="{FF2B5EF4-FFF2-40B4-BE49-F238E27FC236}">
                <a16:creationId xmlns:a16="http://schemas.microsoft.com/office/drawing/2014/main" id="{55A4EEB8-95BF-3A3D-6677-5D47B9F55B81}"/>
              </a:ext>
            </a:extLst>
          </p:cNvPr>
          <p:cNvPicPr>
            <a:picLocks noChangeAspect="1"/>
          </p:cNvPicPr>
          <p:nvPr/>
        </p:nvPicPr>
        <p:blipFill>
          <a:blip r:embed="rId2"/>
          <a:stretch>
            <a:fillRect/>
          </a:stretch>
        </p:blipFill>
        <p:spPr>
          <a:xfrm>
            <a:off x="80943" y="1699491"/>
            <a:ext cx="7406286" cy="4507798"/>
          </a:xfrm>
          <a:prstGeom prst="rect">
            <a:avLst/>
          </a:prstGeom>
        </p:spPr>
      </p:pic>
      <p:pic>
        <p:nvPicPr>
          <p:cNvPr id="16" name="Imagen 15">
            <a:extLst>
              <a:ext uri="{FF2B5EF4-FFF2-40B4-BE49-F238E27FC236}">
                <a16:creationId xmlns:a16="http://schemas.microsoft.com/office/drawing/2014/main" id="{CCB889C2-9B1F-CB1C-1803-C26843FCBFFB}"/>
              </a:ext>
            </a:extLst>
          </p:cNvPr>
          <p:cNvPicPr>
            <a:picLocks noChangeAspect="1"/>
          </p:cNvPicPr>
          <p:nvPr/>
        </p:nvPicPr>
        <p:blipFill>
          <a:blip r:embed="rId3"/>
          <a:stretch>
            <a:fillRect/>
          </a:stretch>
        </p:blipFill>
        <p:spPr>
          <a:xfrm>
            <a:off x="7597978" y="1653610"/>
            <a:ext cx="4402242" cy="4599560"/>
          </a:xfrm>
          <a:prstGeom prst="rect">
            <a:avLst/>
          </a:prstGeom>
        </p:spPr>
      </p:pic>
    </p:spTree>
    <p:extLst>
      <p:ext uri="{BB962C8B-B14F-4D97-AF65-F5344CB8AC3E}">
        <p14:creationId xmlns:p14="http://schemas.microsoft.com/office/powerpoint/2010/main" val="1439001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D27C0D7-534E-7663-6D59-C34BF44DB9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3" name="Rectangle 12">
            <a:extLst>
              <a:ext uri="{FF2B5EF4-FFF2-40B4-BE49-F238E27FC236}">
                <a16:creationId xmlns:a16="http://schemas.microsoft.com/office/drawing/2014/main" id="{B58AFC1D-8D9D-F3F4-C409-17B27BA86E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ítulo 1">
            <a:extLst>
              <a:ext uri="{FF2B5EF4-FFF2-40B4-BE49-F238E27FC236}">
                <a16:creationId xmlns:a16="http://schemas.microsoft.com/office/drawing/2014/main" id="{EDF9B6DC-348B-E1A6-0ACC-D264BD3C9889}"/>
              </a:ext>
            </a:extLst>
          </p:cNvPr>
          <p:cNvSpPr>
            <a:spLocks noGrp="1"/>
          </p:cNvSpPr>
          <p:nvPr>
            <p:ph type="title"/>
          </p:nvPr>
        </p:nvSpPr>
        <p:spPr>
          <a:xfrm>
            <a:off x="310896" y="749809"/>
            <a:ext cx="3979093" cy="5269992"/>
          </a:xfrm>
        </p:spPr>
        <p:txBody>
          <a:bodyPr anchor="t">
            <a:normAutofit/>
          </a:bodyPr>
          <a:lstStyle/>
          <a:p>
            <a:r>
              <a:rPr lang="es-AR" dirty="0"/>
              <a:t>SINGLETON LOG IN LOG OUT</a:t>
            </a:r>
            <a:endParaRPr lang="es-ES" dirty="0"/>
          </a:p>
        </p:txBody>
      </p:sp>
      <p:sp>
        <p:nvSpPr>
          <p:cNvPr id="4" name="Marcador de fecha 3">
            <a:extLst>
              <a:ext uri="{FF2B5EF4-FFF2-40B4-BE49-F238E27FC236}">
                <a16:creationId xmlns:a16="http://schemas.microsoft.com/office/drawing/2014/main" id="{24C0444A-751C-5529-E770-06E6872269E6}"/>
              </a:ext>
            </a:extLst>
          </p:cNvPr>
          <p:cNvSpPr>
            <a:spLocks noGrp="1"/>
          </p:cNvSpPr>
          <p:nvPr>
            <p:ph type="dt" sz="half" idx="10"/>
          </p:nvPr>
        </p:nvSpPr>
        <p:spPr>
          <a:xfrm>
            <a:off x="340137" y="63202"/>
            <a:ext cx="2743200" cy="318221"/>
          </a:xfrm>
        </p:spPr>
        <p:txBody>
          <a:bodyPr>
            <a:normAutofit/>
          </a:bodyPr>
          <a:lstStyle/>
          <a:p>
            <a:pPr>
              <a:spcAft>
                <a:spcPts val="600"/>
              </a:spcAft>
            </a:pPr>
            <a:fld id="{0F996519-E62D-4F8C-AE1E-36928EC7D15C}" type="datetime1">
              <a:rPr lang="en-US" smtClean="0"/>
              <a:pPr>
                <a:spcAft>
                  <a:spcPts val="600"/>
                </a:spcAft>
              </a:pPr>
              <a:t>8/23/2024</a:t>
            </a:fld>
            <a:endParaRPr lang="en-US"/>
          </a:p>
        </p:txBody>
      </p:sp>
      <p:sp>
        <p:nvSpPr>
          <p:cNvPr id="15" name="Freeform: Shape 14">
            <a:extLst>
              <a:ext uri="{FF2B5EF4-FFF2-40B4-BE49-F238E27FC236}">
                <a16:creationId xmlns:a16="http://schemas.microsoft.com/office/drawing/2014/main" id="{B6791671-3F3C-C776-5E9D-71163E035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17742" y="0"/>
            <a:ext cx="7074258" cy="6858000"/>
          </a:xfrm>
          <a:custGeom>
            <a:avLst/>
            <a:gdLst>
              <a:gd name="connsiteX0" fmla="*/ 677913 w 7074258"/>
              <a:gd name="connsiteY0" fmla="*/ 0 h 6858000"/>
              <a:gd name="connsiteX1" fmla="*/ 1656171 w 7074258"/>
              <a:gd name="connsiteY1" fmla="*/ 0 h 6858000"/>
              <a:gd name="connsiteX2" fmla="*/ 6096000 w 7074258"/>
              <a:gd name="connsiteY2" fmla="*/ 0 h 6858000"/>
              <a:gd name="connsiteX3" fmla="*/ 7074258 w 7074258"/>
              <a:gd name="connsiteY3" fmla="*/ 0 h 6858000"/>
              <a:gd name="connsiteX4" fmla="*/ 7074258 w 7074258"/>
              <a:gd name="connsiteY4" fmla="*/ 6858000 h 6858000"/>
              <a:gd name="connsiteX5" fmla="*/ 6096000 w 7074258"/>
              <a:gd name="connsiteY5" fmla="*/ 6858000 h 6858000"/>
              <a:gd name="connsiteX6" fmla="*/ 1656171 w 7074258"/>
              <a:gd name="connsiteY6" fmla="*/ 6858000 h 6858000"/>
              <a:gd name="connsiteX7" fmla="*/ 677913 w 7074258"/>
              <a:gd name="connsiteY7" fmla="*/ 6858000 h 6858000"/>
              <a:gd name="connsiteX8" fmla="*/ 0 w 7074258"/>
              <a:gd name="connsiteY8" fmla="*/ 6180087 h 6858000"/>
              <a:gd name="connsiteX9" fmla="*/ 0 w 7074258"/>
              <a:gd name="connsiteY9" fmla="*/ 677913 h 6858000"/>
              <a:gd name="connsiteX10" fmla="*/ 677913 w 7074258"/>
              <a:gd name="connsiteY10"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74258" h="6858000">
                <a:moveTo>
                  <a:pt x="677913" y="0"/>
                </a:moveTo>
                <a:lnTo>
                  <a:pt x="1656171" y="0"/>
                </a:lnTo>
                <a:lnTo>
                  <a:pt x="6096000" y="0"/>
                </a:lnTo>
                <a:lnTo>
                  <a:pt x="7074258" y="0"/>
                </a:lnTo>
                <a:lnTo>
                  <a:pt x="7074258" y="6858000"/>
                </a:lnTo>
                <a:lnTo>
                  <a:pt x="6096000" y="6858000"/>
                </a:lnTo>
                <a:lnTo>
                  <a:pt x="1656171" y="6858000"/>
                </a:lnTo>
                <a:lnTo>
                  <a:pt x="677913" y="6858000"/>
                </a:lnTo>
                <a:cubicBezTo>
                  <a:pt x="303512" y="6858000"/>
                  <a:pt x="0" y="6554488"/>
                  <a:pt x="0" y="6180087"/>
                </a:cubicBezTo>
                <a:lnTo>
                  <a:pt x="0" y="677913"/>
                </a:lnTo>
                <a:cubicBezTo>
                  <a:pt x="0" y="303512"/>
                  <a:pt x="303512" y="0"/>
                  <a:pt x="677913"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Marcador de contenido 2">
            <a:extLst>
              <a:ext uri="{FF2B5EF4-FFF2-40B4-BE49-F238E27FC236}">
                <a16:creationId xmlns:a16="http://schemas.microsoft.com/office/drawing/2014/main" id="{7F7A904A-C51B-8B93-1AFD-AD25572BEA6F}"/>
              </a:ext>
            </a:extLst>
          </p:cNvPr>
          <p:cNvSpPr>
            <a:spLocks noGrp="1"/>
          </p:cNvSpPr>
          <p:nvPr>
            <p:ph idx="1"/>
          </p:nvPr>
        </p:nvSpPr>
        <p:spPr>
          <a:xfrm>
            <a:off x="6017247" y="747143"/>
            <a:ext cx="5275247" cy="5393255"/>
          </a:xfrm>
        </p:spPr>
        <p:txBody>
          <a:bodyPr anchor="t">
            <a:normAutofit/>
          </a:bodyPr>
          <a:lstStyle/>
          <a:p>
            <a:r>
              <a:rPr lang="es-419" dirty="0">
                <a:solidFill>
                  <a:schemeClr val="bg1"/>
                </a:solidFill>
              </a:rPr>
              <a:t>El patrón </a:t>
            </a:r>
            <a:r>
              <a:rPr lang="es-419" dirty="0" err="1">
                <a:solidFill>
                  <a:schemeClr val="bg1"/>
                </a:solidFill>
              </a:rPr>
              <a:t>singleton</a:t>
            </a:r>
            <a:r>
              <a:rPr lang="es-419" dirty="0">
                <a:solidFill>
                  <a:schemeClr val="bg1"/>
                </a:solidFill>
              </a:rPr>
              <a:t> se adapta perfectamente para lograr que la </a:t>
            </a:r>
            <a:r>
              <a:rPr lang="es-419" b="1" dirty="0">
                <a:solidFill>
                  <a:schemeClr val="bg1"/>
                </a:solidFill>
              </a:rPr>
              <a:t>sesión de un usuario </a:t>
            </a:r>
            <a:r>
              <a:rPr lang="es-419" dirty="0">
                <a:solidFill>
                  <a:schemeClr val="bg1"/>
                </a:solidFill>
              </a:rPr>
              <a:t>sea </a:t>
            </a:r>
            <a:r>
              <a:rPr lang="es-419" b="1" dirty="0">
                <a:solidFill>
                  <a:schemeClr val="bg1"/>
                </a:solidFill>
              </a:rPr>
              <a:t>única durante toda la vida de la misma</a:t>
            </a:r>
            <a:r>
              <a:rPr lang="es-419" dirty="0">
                <a:solidFill>
                  <a:schemeClr val="bg1"/>
                </a:solidFill>
              </a:rPr>
              <a:t>, así también para que pueda ser accedida desde cualquier módulo del sistema. Esto es útil considerando que </a:t>
            </a:r>
            <a:r>
              <a:rPr lang="es-419" b="1" dirty="0">
                <a:solidFill>
                  <a:schemeClr val="bg1"/>
                </a:solidFill>
              </a:rPr>
              <a:t>la sesión tendrá una referencia al usuario, sus permisos, etc</a:t>
            </a:r>
            <a:r>
              <a:rPr lang="es-419" dirty="0">
                <a:solidFill>
                  <a:schemeClr val="bg1"/>
                </a:solidFill>
              </a:rPr>
              <a:t>. y podrá utilizar todos estos datos para, por ejemplo, guardar en bitácora las acciones, validar accesos, etc.</a:t>
            </a:r>
            <a:endParaRPr lang="es-ES" dirty="0">
              <a:solidFill>
                <a:schemeClr val="bg1"/>
              </a:solidFill>
            </a:endParaRPr>
          </a:p>
        </p:txBody>
      </p:sp>
      <p:sp>
        <p:nvSpPr>
          <p:cNvPr id="6" name="Marcador de número de diapositiva 5">
            <a:extLst>
              <a:ext uri="{FF2B5EF4-FFF2-40B4-BE49-F238E27FC236}">
                <a16:creationId xmlns:a16="http://schemas.microsoft.com/office/drawing/2014/main" id="{1375DC0B-CC62-CB43-0291-E649A840C4DC}"/>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a:solidFill>
                  <a:schemeClr val="bg1"/>
                </a:solidFill>
              </a:rPr>
              <a:pPr>
                <a:spcAft>
                  <a:spcPts val="600"/>
                </a:spcAft>
              </a:pPr>
              <a:t>12</a:t>
            </a:fld>
            <a:endParaRPr lang="en-US">
              <a:solidFill>
                <a:schemeClr val="bg1"/>
              </a:solidFill>
            </a:endParaRPr>
          </a:p>
        </p:txBody>
      </p:sp>
    </p:spTree>
    <p:extLst>
      <p:ext uri="{BB962C8B-B14F-4D97-AF65-F5344CB8AC3E}">
        <p14:creationId xmlns:p14="http://schemas.microsoft.com/office/powerpoint/2010/main" val="3223671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E1E1E"/>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B817A7-BE53-FFF7-CA2E-920A460C3018}"/>
              </a:ext>
            </a:extLst>
          </p:cNvPr>
          <p:cNvSpPr>
            <a:spLocks noGrp="1"/>
          </p:cNvSpPr>
          <p:nvPr>
            <p:ph type="title"/>
          </p:nvPr>
        </p:nvSpPr>
        <p:spPr/>
        <p:txBody>
          <a:bodyPr/>
          <a:lstStyle/>
          <a:p>
            <a:r>
              <a:rPr lang="es-AR" dirty="0"/>
              <a:t>SINGLETON LOG IN LOG OUT</a:t>
            </a:r>
            <a:endParaRPr lang="es-ES" dirty="0"/>
          </a:p>
        </p:txBody>
      </p:sp>
      <p:sp>
        <p:nvSpPr>
          <p:cNvPr id="4" name="Marcador de fecha 3">
            <a:extLst>
              <a:ext uri="{FF2B5EF4-FFF2-40B4-BE49-F238E27FC236}">
                <a16:creationId xmlns:a16="http://schemas.microsoft.com/office/drawing/2014/main" id="{B7B18110-0791-D450-AA75-5C0D604CC47C}"/>
              </a:ext>
            </a:extLst>
          </p:cNvPr>
          <p:cNvSpPr>
            <a:spLocks noGrp="1"/>
          </p:cNvSpPr>
          <p:nvPr>
            <p:ph type="dt" sz="half" idx="10"/>
          </p:nvPr>
        </p:nvSpPr>
        <p:spPr/>
        <p:txBody>
          <a:bodyPr/>
          <a:lstStyle/>
          <a:p>
            <a:fld id="{0F996519-E62D-4F8C-AE1E-36928EC7D15C}" type="datetime1">
              <a:rPr lang="en-US" smtClean="0"/>
              <a:t>8/23/2024</a:t>
            </a:fld>
            <a:endParaRPr lang="en-US"/>
          </a:p>
        </p:txBody>
      </p:sp>
      <p:sp>
        <p:nvSpPr>
          <p:cNvPr id="6" name="Marcador de número de diapositiva 5">
            <a:extLst>
              <a:ext uri="{FF2B5EF4-FFF2-40B4-BE49-F238E27FC236}">
                <a16:creationId xmlns:a16="http://schemas.microsoft.com/office/drawing/2014/main" id="{63FBC190-3174-942A-68BE-2D3045D967AA}"/>
              </a:ext>
            </a:extLst>
          </p:cNvPr>
          <p:cNvSpPr>
            <a:spLocks noGrp="1"/>
          </p:cNvSpPr>
          <p:nvPr>
            <p:ph type="sldNum" sz="quarter" idx="12"/>
          </p:nvPr>
        </p:nvSpPr>
        <p:spPr/>
        <p:txBody>
          <a:bodyPr/>
          <a:lstStyle/>
          <a:p>
            <a:fld id="{6E91CC32-6A6B-4E2E-BBA1-6864F305DA26}" type="slidenum">
              <a:rPr lang="en-US" smtClean="0"/>
              <a:t>13</a:t>
            </a:fld>
            <a:endParaRPr lang="en-US"/>
          </a:p>
        </p:txBody>
      </p:sp>
      <p:pic>
        <p:nvPicPr>
          <p:cNvPr id="7" name="Imagen 6" descr="Texto&#10;&#10;Descripción generada automáticamente">
            <a:extLst>
              <a:ext uri="{FF2B5EF4-FFF2-40B4-BE49-F238E27FC236}">
                <a16:creationId xmlns:a16="http://schemas.microsoft.com/office/drawing/2014/main" id="{B17873C6-4A4D-E6A0-3359-DDB0A2536FBC}"/>
              </a:ext>
            </a:extLst>
          </p:cNvPr>
          <p:cNvPicPr>
            <a:picLocks noChangeAspect="1"/>
          </p:cNvPicPr>
          <p:nvPr/>
        </p:nvPicPr>
        <p:blipFill>
          <a:blip r:embed="rId3"/>
          <a:stretch>
            <a:fillRect/>
          </a:stretch>
        </p:blipFill>
        <p:spPr>
          <a:xfrm>
            <a:off x="448070" y="2040299"/>
            <a:ext cx="4666855" cy="4501167"/>
          </a:xfrm>
          <a:prstGeom prst="rect">
            <a:avLst/>
          </a:prstGeom>
        </p:spPr>
      </p:pic>
      <p:pic>
        <p:nvPicPr>
          <p:cNvPr id="8" name="Imagen 7" descr="Texto&#10;&#10;Descripción generada automáticamente">
            <a:extLst>
              <a:ext uri="{FF2B5EF4-FFF2-40B4-BE49-F238E27FC236}">
                <a16:creationId xmlns:a16="http://schemas.microsoft.com/office/drawing/2014/main" id="{A88F75ED-6082-D096-E0C6-0DE190F9C6A6}"/>
              </a:ext>
            </a:extLst>
          </p:cNvPr>
          <p:cNvPicPr>
            <a:picLocks noChangeAspect="1"/>
          </p:cNvPicPr>
          <p:nvPr/>
        </p:nvPicPr>
        <p:blipFill>
          <a:blip r:embed="rId4"/>
          <a:stretch>
            <a:fillRect/>
          </a:stretch>
        </p:blipFill>
        <p:spPr>
          <a:xfrm>
            <a:off x="5755305" y="2449594"/>
            <a:ext cx="5648645" cy="3940037"/>
          </a:xfrm>
          <a:prstGeom prst="rect">
            <a:avLst/>
          </a:prstGeom>
        </p:spPr>
      </p:pic>
      <p:sp>
        <p:nvSpPr>
          <p:cNvPr id="13" name="CuadroTexto 12">
            <a:extLst>
              <a:ext uri="{FF2B5EF4-FFF2-40B4-BE49-F238E27FC236}">
                <a16:creationId xmlns:a16="http://schemas.microsoft.com/office/drawing/2014/main" id="{CDF8EE27-B2C1-B271-71C8-6165C9BFD1B1}"/>
              </a:ext>
            </a:extLst>
          </p:cNvPr>
          <p:cNvSpPr txBox="1"/>
          <p:nvPr/>
        </p:nvSpPr>
        <p:spPr>
          <a:xfrm>
            <a:off x="885825" y="3343275"/>
            <a:ext cx="825912" cy="179893"/>
          </a:xfrm>
          <a:prstGeom prst="rect">
            <a:avLst/>
          </a:prstGeom>
          <a:solidFill>
            <a:srgbClr val="1E1E1E"/>
          </a:solidFill>
        </p:spPr>
        <p:txBody>
          <a:bodyPr wrap="square" rtlCol="0">
            <a:spAutoFit/>
          </a:bodyPr>
          <a:lstStyle/>
          <a:p>
            <a:endParaRPr lang="es-ES" dirty="0"/>
          </a:p>
        </p:txBody>
      </p:sp>
      <p:sp>
        <p:nvSpPr>
          <p:cNvPr id="14" name="CuadroTexto 13">
            <a:extLst>
              <a:ext uri="{FF2B5EF4-FFF2-40B4-BE49-F238E27FC236}">
                <a16:creationId xmlns:a16="http://schemas.microsoft.com/office/drawing/2014/main" id="{D6B3936E-F49D-3880-E183-3CB4605C447A}"/>
              </a:ext>
            </a:extLst>
          </p:cNvPr>
          <p:cNvSpPr txBox="1"/>
          <p:nvPr/>
        </p:nvSpPr>
        <p:spPr>
          <a:xfrm>
            <a:off x="885825" y="4120330"/>
            <a:ext cx="485775" cy="179893"/>
          </a:xfrm>
          <a:prstGeom prst="rect">
            <a:avLst/>
          </a:prstGeom>
          <a:solidFill>
            <a:srgbClr val="1E1E1E"/>
          </a:solidFill>
        </p:spPr>
        <p:txBody>
          <a:bodyPr wrap="square" rtlCol="0">
            <a:spAutoFit/>
          </a:bodyPr>
          <a:lstStyle/>
          <a:p>
            <a:endParaRPr lang="es-ES" dirty="0"/>
          </a:p>
        </p:txBody>
      </p:sp>
      <p:sp>
        <p:nvSpPr>
          <p:cNvPr id="15" name="CuadroTexto 14">
            <a:extLst>
              <a:ext uri="{FF2B5EF4-FFF2-40B4-BE49-F238E27FC236}">
                <a16:creationId xmlns:a16="http://schemas.microsoft.com/office/drawing/2014/main" id="{6EC49031-EF5D-6F8C-E83B-E788B7C7AC6D}"/>
              </a:ext>
            </a:extLst>
          </p:cNvPr>
          <p:cNvSpPr txBox="1"/>
          <p:nvPr/>
        </p:nvSpPr>
        <p:spPr>
          <a:xfrm>
            <a:off x="885825" y="4693365"/>
            <a:ext cx="904875" cy="249900"/>
          </a:xfrm>
          <a:prstGeom prst="rect">
            <a:avLst/>
          </a:prstGeom>
          <a:solidFill>
            <a:srgbClr val="1E1E1E"/>
          </a:solidFill>
        </p:spPr>
        <p:txBody>
          <a:bodyPr wrap="square" rtlCol="0">
            <a:spAutoFit/>
          </a:bodyPr>
          <a:lstStyle/>
          <a:p>
            <a:endParaRPr lang="es-ES" dirty="0"/>
          </a:p>
        </p:txBody>
      </p:sp>
      <p:sp>
        <p:nvSpPr>
          <p:cNvPr id="16" name="CuadroTexto 15">
            <a:extLst>
              <a:ext uri="{FF2B5EF4-FFF2-40B4-BE49-F238E27FC236}">
                <a16:creationId xmlns:a16="http://schemas.microsoft.com/office/drawing/2014/main" id="{42AAB5F9-3872-F9E1-E197-D62C6F92E3F0}"/>
              </a:ext>
            </a:extLst>
          </p:cNvPr>
          <p:cNvSpPr txBox="1"/>
          <p:nvPr/>
        </p:nvSpPr>
        <p:spPr>
          <a:xfrm>
            <a:off x="846343" y="6032601"/>
            <a:ext cx="904875" cy="249900"/>
          </a:xfrm>
          <a:prstGeom prst="rect">
            <a:avLst/>
          </a:prstGeom>
          <a:solidFill>
            <a:srgbClr val="1E1E1E"/>
          </a:solidFill>
        </p:spPr>
        <p:txBody>
          <a:bodyPr wrap="square" rtlCol="0">
            <a:spAutoFit/>
          </a:bodyPr>
          <a:lstStyle/>
          <a:p>
            <a:endParaRPr lang="es-ES" dirty="0"/>
          </a:p>
        </p:txBody>
      </p:sp>
      <p:sp>
        <p:nvSpPr>
          <p:cNvPr id="17" name="CuadroTexto 16">
            <a:extLst>
              <a:ext uri="{FF2B5EF4-FFF2-40B4-BE49-F238E27FC236}">
                <a16:creationId xmlns:a16="http://schemas.microsoft.com/office/drawing/2014/main" id="{B107CD3B-AC0F-3E11-9008-0E4FEBB58AD2}"/>
              </a:ext>
            </a:extLst>
          </p:cNvPr>
          <p:cNvSpPr txBox="1"/>
          <p:nvPr/>
        </p:nvSpPr>
        <p:spPr>
          <a:xfrm>
            <a:off x="6093237" y="2714596"/>
            <a:ext cx="1441038" cy="466754"/>
          </a:xfrm>
          <a:prstGeom prst="rect">
            <a:avLst/>
          </a:prstGeom>
          <a:solidFill>
            <a:srgbClr val="1E1E1E"/>
          </a:solidFill>
        </p:spPr>
        <p:txBody>
          <a:bodyPr wrap="square" rtlCol="0">
            <a:spAutoFit/>
          </a:bodyPr>
          <a:lstStyle/>
          <a:p>
            <a:endParaRPr lang="es-ES" dirty="0"/>
          </a:p>
        </p:txBody>
      </p:sp>
      <p:sp>
        <p:nvSpPr>
          <p:cNvPr id="18" name="CuadroTexto 17">
            <a:extLst>
              <a:ext uri="{FF2B5EF4-FFF2-40B4-BE49-F238E27FC236}">
                <a16:creationId xmlns:a16="http://schemas.microsoft.com/office/drawing/2014/main" id="{7DA2CF72-8B4A-185E-FE18-99A2F8F71B99}"/>
              </a:ext>
            </a:extLst>
          </p:cNvPr>
          <p:cNvSpPr txBox="1"/>
          <p:nvPr/>
        </p:nvSpPr>
        <p:spPr>
          <a:xfrm>
            <a:off x="6159912" y="4818315"/>
            <a:ext cx="1441038" cy="466754"/>
          </a:xfrm>
          <a:prstGeom prst="rect">
            <a:avLst/>
          </a:prstGeom>
          <a:solidFill>
            <a:srgbClr val="1E1E1E"/>
          </a:solidFill>
        </p:spPr>
        <p:txBody>
          <a:bodyPr wrap="square" rtlCol="0">
            <a:spAutoFit/>
          </a:bodyPr>
          <a:lstStyle/>
          <a:p>
            <a:endParaRPr lang="es-ES" dirty="0"/>
          </a:p>
        </p:txBody>
      </p:sp>
      <p:sp>
        <p:nvSpPr>
          <p:cNvPr id="19" name="CuadroTexto 18">
            <a:extLst>
              <a:ext uri="{FF2B5EF4-FFF2-40B4-BE49-F238E27FC236}">
                <a16:creationId xmlns:a16="http://schemas.microsoft.com/office/drawing/2014/main" id="{1A08C57C-7D85-4356-08DB-D0BE83A738B5}"/>
              </a:ext>
            </a:extLst>
          </p:cNvPr>
          <p:cNvSpPr txBox="1"/>
          <p:nvPr/>
        </p:nvSpPr>
        <p:spPr>
          <a:xfrm>
            <a:off x="619821" y="2746113"/>
            <a:ext cx="3536300" cy="176260"/>
          </a:xfrm>
          <a:prstGeom prst="rect">
            <a:avLst/>
          </a:prstGeom>
          <a:solidFill>
            <a:srgbClr val="1E1E1E"/>
          </a:solidFill>
        </p:spPr>
        <p:txBody>
          <a:bodyPr wrap="square" rtlCol="0">
            <a:spAutoFit/>
          </a:bodyPr>
          <a:lstStyle/>
          <a:p>
            <a:endParaRPr lang="es-ES" dirty="0"/>
          </a:p>
        </p:txBody>
      </p:sp>
    </p:spTree>
    <p:extLst>
      <p:ext uri="{BB962C8B-B14F-4D97-AF65-F5344CB8AC3E}">
        <p14:creationId xmlns:p14="http://schemas.microsoft.com/office/powerpoint/2010/main" val="2214539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393777E-A1A4-059E-7049-568E3B0E796F}"/>
              </a:ext>
            </a:extLst>
          </p:cNvPr>
          <p:cNvSpPr>
            <a:spLocks noGrp="1"/>
          </p:cNvSpPr>
          <p:nvPr>
            <p:ph type="title"/>
          </p:nvPr>
        </p:nvSpPr>
        <p:spPr>
          <a:xfrm>
            <a:off x="340137" y="174687"/>
            <a:ext cx="9956747" cy="1438780"/>
          </a:xfrm>
        </p:spPr>
        <p:txBody>
          <a:bodyPr/>
          <a:lstStyle/>
          <a:p>
            <a:r>
              <a:rPr lang="es-AR" dirty="0"/>
              <a:t>SINGLETON EJEMPLO</a:t>
            </a:r>
            <a:endParaRPr lang="es-ES" dirty="0"/>
          </a:p>
        </p:txBody>
      </p:sp>
      <p:sp>
        <p:nvSpPr>
          <p:cNvPr id="4" name="Marcador de fecha 3">
            <a:extLst>
              <a:ext uri="{FF2B5EF4-FFF2-40B4-BE49-F238E27FC236}">
                <a16:creationId xmlns:a16="http://schemas.microsoft.com/office/drawing/2014/main" id="{336292B9-3B17-CB6F-F74F-E035AF2D9188}"/>
              </a:ext>
            </a:extLst>
          </p:cNvPr>
          <p:cNvSpPr>
            <a:spLocks noGrp="1"/>
          </p:cNvSpPr>
          <p:nvPr>
            <p:ph type="dt" sz="half" idx="10"/>
          </p:nvPr>
        </p:nvSpPr>
        <p:spPr/>
        <p:txBody>
          <a:bodyPr/>
          <a:lstStyle/>
          <a:p>
            <a:fld id="{0F996519-E62D-4F8C-AE1E-36928EC7D15C}" type="datetime1">
              <a:rPr lang="en-US" smtClean="0"/>
              <a:t>8/23/2024</a:t>
            </a:fld>
            <a:endParaRPr lang="en-US"/>
          </a:p>
        </p:txBody>
      </p:sp>
      <p:sp>
        <p:nvSpPr>
          <p:cNvPr id="5" name="Marcador de pie de página 4">
            <a:extLst>
              <a:ext uri="{FF2B5EF4-FFF2-40B4-BE49-F238E27FC236}">
                <a16:creationId xmlns:a16="http://schemas.microsoft.com/office/drawing/2014/main" id="{66321009-2ACA-075A-FFAB-ECEDB1EB80C0}"/>
              </a:ext>
            </a:extLst>
          </p:cNvPr>
          <p:cNvSpPr>
            <a:spLocks noGrp="1"/>
          </p:cNvSpPr>
          <p:nvPr>
            <p:ph type="ftr" sz="quarter" idx="11"/>
          </p:nvPr>
        </p:nvSpPr>
        <p:spPr/>
        <p:txBody>
          <a:bodyPr/>
          <a:lstStyle/>
          <a:p>
            <a:r>
              <a:rPr lang="en-US"/>
              <a:t>Sample Footer Text</a:t>
            </a:r>
          </a:p>
        </p:txBody>
      </p:sp>
      <p:sp>
        <p:nvSpPr>
          <p:cNvPr id="6" name="Marcador de número de diapositiva 5">
            <a:extLst>
              <a:ext uri="{FF2B5EF4-FFF2-40B4-BE49-F238E27FC236}">
                <a16:creationId xmlns:a16="http://schemas.microsoft.com/office/drawing/2014/main" id="{9E90BDEA-173B-CDB5-C2E2-F580A869E4DA}"/>
              </a:ext>
            </a:extLst>
          </p:cNvPr>
          <p:cNvSpPr>
            <a:spLocks noGrp="1"/>
          </p:cNvSpPr>
          <p:nvPr>
            <p:ph type="sldNum" sz="quarter" idx="12"/>
          </p:nvPr>
        </p:nvSpPr>
        <p:spPr/>
        <p:txBody>
          <a:bodyPr/>
          <a:lstStyle/>
          <a:p>
            <a:fld id="{6E91CC32-6A6B-4E2E-BBA1-6864F305DA26}" type="slidenum">
              <a:rPr lang="en-US" smtClean="0"/>
              <a:t>14</a:t>
            </a:fld>
            <a:endParaRPr lang="en-US"/>
          </a:p>
        </p:txBody>
      </p:sp>
      <p:pic>
        <p:nvPicPr>
          <p:cNvPr id="16" name="Grabación de pantalla 15">
            <a:hlinkClick r:id="" action="ppaction://media"/>
            <a:extLst>
              <a:ext uri="{FF2B5EF4-FFF2-40B4-BE49-F238E27FC236}">
                <a16:creationId xmlns:a16="http://schemas.microsoft.com/office/drawing/2014/main" id="{2A8D773A-0AC6-99E2-F252-23489D0B0C00}"/>
              </a:ext>
            </a:extLst>
          </p:cNvPr>
          <p:cNvPicPr>
            <a:picLocks noChangeAspect="1"/>
          </p:cNvPicPr>
          <p:nvPr>
            <a:videoFile r:link="rId1"/>
            <p:extLst>
              <p:ext uri="{DAA4B4D4-6D71-4841-9C94-3DE7FCFB9230}">
                <p14:media xmlns:p14="http://schemas.microsoft.com/office/powerpoint/2010/main" r:embed="rId2">
                  <p14:trim end="2495.6"/>
                </p14:media>
              </p:ext>
            </p:extLst>
          </p:nvPr>
        </p:nvPicPr>
        <p:blipFill>
          <a:blip r:embed="rId4"/>
          <a:stretch>
            <a:fillRect/>
          </a:stretch>
        </p:blipFill>
        <p:spPr>
          <a:xfrm>
            <a:off x="3028950" y="2048049"/>
            <a:ext cx="6134100" cy="4305125"/>
          </a:xfrm>
          <a:prstGeom prst="rect">
            <a:avLst/>
          </a:prstGeom>
        </p:spPr>
      </p:pic>
    </p:spTree>
    <p:extLst>
      <p:ext uri="{BB962C8B-B14F-4D97-AF65-F5344CB8AC3E}">
        <p14:creationId xmlns:p14="http://schemas.microsoft.com/office/powerpoint/2010/main" val="390209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41720"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16"/>
                </p:tgtEl>
              </p:cMediaNode>
            </p:video>
            <p:seq concurrent="1" nextAc="seek">
              <p:cTn id="8" restart="whenNotActive" fill="hold" evtFilter="cancelBubble" nodeType="interactiveSeq">
                <p:stCondLst>
                  <p:cond evt="onClick" delay="0">
                    <p:tgtEl>
                      <p:spTgt spid="1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6"/>
                                        </p:tgtEl>
                                      </p:cBhvr>
                                    </p:cmd>
                                  </p:childTnLst>
                                </p:cTn>
                              </p:par>
                            </p:childTnLst>
                          </p:cTn>
                        </p:par>
                      </p:childTnLst>
                    </p:cTn>
                  </p:par>
                </p:childTnLst>
              </p:cTn>
              <p:nextCondLst>
                <p:cond evt="onClick" delay="0">
                  <p:tgtEl>
                    <p:spTgt spid="16"/>
                  </p:tgtEl>
                </p:cond>
              </p:nextCondLst>
            </p:seq>
          </p:childTnLst>
        </p:cTn>
      </p:par>
    </p:tnLst>
  </p:timing>
</p:sld>
</file>

<file path=ppt/theme/theme1.xml><?xml version="1.0" encoding="utf-8"?>
<a:theme xmlns:a="http://schemas.openxmlformats.org/drawingml/2006/main" name="DylanVTI">
  <a:themeElements>
    <a:clrScheme name="AnalogousFromLightSeedLeftStep">
      <a:dk1>
        <a:srgbClr val="000000"/>
      </a:dk1>
      <a:lt1>
        <a:srgbClr val="FFFFFF"/>
      </a:lt1>
      <a:dk2>
        <a:srgbClr val="332441"/>
      </a:dk2>
      <a:lt2>
        <a:srgbClr val="E2E8E4"/>
      </a:lt2>
      <a:accent1>
        <a:srgbClr val="DD80BB"/>
      </a:accent1>
      <a:accent2>
        <a:srgbClr val="CF63D5"/>
      </a:accent2>
      <a:accent3>
        <a:srgbClr val="B180DD"/>
      </a:accent3>
      <a:accent4>
        <a:srgbClr val="7163D5"/>
      </a:accent4>
      <a:accent5>
        <a:srgbClr val="809CDD"/>
      </a:accent5>
      <a:accent6>
        <a:srgbClr val="55AED1"/>
      </a:accent6>
      <a:hlink>
        <a:srgbClr val="568D6A"/>
      </a:hlink>
      <a:folHlink>
        <a:srgbClr val="7F7F7F"/>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ylanVTI" id="{602636BD-A055-489B-83EC-AD971B7E5F9C}" vid="{CD33A9BC-C4B5-4F36-8A14-490DC4E38F27}"/>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452</TotalTime>
  <Words>547</Words>
  <Application>Microsoft Office PowerPoint</Application>
  <PresentationFormat>Panorámica</PresentationFormat>
  <Paragraphs>58</Paragraphs>
  <Slides>14</Slides>
  <Notes>2</Notes>
  <HiddenSlides>0</HiddenSlides>
  <MMClips>1</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Aptos</vt:lpstr>
      <vt:lpstr>Arial</vt:lpstr>
      <vt:lpstr>Neue Haas Grotesk Text Pro</vt:lpstr>
      <vt:lpstr>DylanVTI</vt:lpstr>
      <vt:lpstr>PATRONES Caballero Marisa</vt:lpstr>
      <vt:lpstr>PATRONES</vt:lpstr>
      <vt:lpstr>PATRONES</vt:lpstr>
      <vt:lpstr>PATRONES CREACIONALES</vt:lpstr>
      <vt:lpstr>FACTORY METHOD</vt:lpstr>
      <vt:lpstr>ABSTRACT FACTORY</vt:lpstr>
      <vt:lpstr>SINGLETON</vt:lpstr>
      <vt:lpstr>SINGLETON: EJEMPLO</vt:lpstr>
      <vt:lpstr>SINGLETON:SOLUCIÓN</vt:lpstr>
      <vt:lpstr>SINGLETON:SOLUCIÓN</vt:lpstr>
      <vt:lpstr>SINGLETON:SOLUCIÓN</vt:lpstr>
      <vt:lpstr>SINGLETON LOG IN LOG OUT</vt:lpstr>
      <vt:lpstr>SINGLETON LOG IN LOG OUT</vt:lpstr>
      <vt:lpstr>SINGLETON EJEMPLO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Caballero, Marisa Anabel</dc:creator>
  <cp:lastModifiedBy>Caballero, Marisa Anabel</cp:lastModifiedBy>
  <cp:revision>1</cp:revision>
  <dcterms:created xsi:type="dcterms:W3CDTF">2024-08-22T21:26:01Z</dcterms:created>
  <dcterms:modified xsi:type="dcterms:W3CDTF">2024-08-23T04:58:04Z</dcterms:modified>
</cp:coreProperties>
</file>